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63" r:id="rId3"/>
    <p:sldId id="262" r:id="rId4"/>
    <p:sldId id="264" r:id="rId5"/>
    <p:sldId id="265" r:id="rId6"/>
    <p:sldId id="266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21" autoAdjust="0"/>
    <p:restoredTop sz="84568"/>
  </p:normalViewPr>
  <p:slideViewPr>
    <p:cSldViewPr snapToGrid="0">
      <p:cViewPr varScale="1">
        <p:scale>
          <a:sx n="99" d="100"/>
          <a:sy n="99" d="100"/>
        </p:scale>
        <p:origin x="10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khlk0\Desktop\KW_DRT\result\episodes_700.csv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Users\khlk0\Desktop\KW_DRT\result\episodes_700.csv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C:\Users\khlk0\Desktop\KW_DRT\result\episodes_700.csv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5" Type="http://schemas.openxmlformats.org/officeDocument/2006/relationships/chartUserShapes" Target="../drawings/drawing1.xml"/><Relationship Id="rId4" Type="http://schemas.openxmlformats.org/officeDocument/2006/relationships/oleObject" Target="file:///C:\Users\khlk0\Desktop\KW_DRT\result\episodes_700_cj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Total</a:t>
            </a:r>
            <a:r>
              <a:rPr lang="en-US" altLang="ko-KR" baseline="0"/>
              <a:t> Reward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2700" cap="rnd">
              <a:solidFill>
                <a:sysClr val="window" lastClr="FFFFFF">
                  <a:lumMod val="50000"/>
                </a:sysClr>
              </a:solidFill>
              <a:round/>
            </a:ln>
            <a:effectLst/>
          </c:spPr>
          <c:marker>
            <c:symbol val="none"/>
          </c:marker>
          <c:trendline>
            <c:spPr>
              <a:ln w="15875" cap="rnd">
                <a:solidFill>
                  <a:sysClr val="windowText" lastClr="000000">
                    <a:lumMod val="85000"/>
                    <a:lumOff val="15000"/>
                  </a:sysClr>
                </a:solidFill>
                <a:prstDash val="solid"/>
              </a:ln>
              <a:effectLst/>
            </c:spPr>
            <c:trendlineType val="movingAvg"/>
            <c:period val="10"/>
            <c:dispRSqr val="0"/>
            <c:dispEq val="0"/>
          </c:trendline>
          <c:yVal>
            <c:numRef>
              <c:f>episodes_700!$B$2:$B$701</c:f>
              <c:numCache>
                <c:formatCode>General</c:formatCode>
                <c:ptCount val="700"/>
                <c:pt idx="0">
                  <c:v>13.99</c:v>
                </c:pt>
                <c:pt idx="1">
                  <c:v>19.72</c:v>
                </c:pt>
                <c:pt idx="2">
                  <c:v>41.05</c:v>
                </c:pt>
                <c:pt idx="3">
                  <c:v>17.920000000000002</c:v>
                </c:pt>
                <c:pt idx="4">
                  <c:v>25.33</c:v>
                </c:pt>
                <c:pt idx="5">
                  <c:v>34.380000000000003</c:v>
                </c:pt>
                <c:pt idx="6">
                  <c:v>31.23</c:v>
                </c:pt>
                <c:pt idx="7">
                  <c:v>19.68</c:v>
                </c:pt>
                <c:pt idx="8">
                  <c:v>8.98</c:v>
                </c:pt>
                <c:pt idx="9">
                  <c:v>26.31</c:v>
                </c:pt>
                <c:pt idx="10">
                  <c:v>32.07</c:v>
                </c:pt>
                <c:pt idx="11">
                  <c:v>20.53</c:v>
                </c:pt>
                <c:pt idx="12">
                  <c:v>13.97</c:v>
                </c:pt>
                <c:pt idx="13">
                  <c:v>34.99</c:v>
                </c:pt>
                <c:pt idx="14">
                  <c:v>33.14</c:v>
                </c:pt>
                <c:pt idx="15">
                  <c:v>31.43</c:v>
                </c:pt>
                <c:pt idx="16">
                  <c:v>22.76</c:v>
                </c:pt>
                <c:pt idx="17">
                  <c:v>42.01</c:v>
                </c:pt>
                <c:pt idx="18">
                  <c:v>22.44</c:v>
                </c:pt>
                <c:pt idx="19">
                  <c:v>13.96</c:v>
                </c:pt>
                <c:pt idx="20">
                  <c:v>33.79</c:v>
                </c:pt>
                <c:pt idx="21">
                  <c:v>31.52</c:v>
                </c:pt>
                <c:pt idx="22">
                  <c:v>28.77</c:v>
                </c:pt>
                <c:pt idx="23">
                  <c:v>16.23</c:v>
                </c:pt>
                <c:pt idx="24">
                  <c:v>19.079999999999998</c:v>
                </c:pt>
                <c:pt idx="25">
                  <c:v>16.09</c:v>
                </c:pt>
                <c:pt idx="26">
                  <c:v>27.47</c:v>
                </c:pt>
                <c:pt idx="27">
                  <c:v>37.020000000000003</c:v>
                </c:pt>
                <c:pt idx="28">
                  <c:v>25.43</c:v>
                </c:pt>
                <c:pt idx="29">
                  <c:v>9.8800000000000008</c:v>
                </c:pt>
                <c:pt idx="30">
                  <c:v>18.75</c:v>
                </c:pt>
                <c:pt idx="31">
                  <c:v>28.97</c:v>
                </c:pt>
                <c:pt idx="32">
                  <c:v>13.13</c:v>
                </c:pt>
                <c:pt idx="33">
                  <c:v>32.89</c:v>
                </c:pt>
                <c:pt idx="34">
                  <c:v>36</c:v>
                </c:pt>
                <c:pt idx="35">
                  <c:v>18.13</c:v>
                </c:pt>
                <c:pt idx="36">
                  <c:v>47.92</c:v>
                </c:pt>
                <c:pt idx="37">
                  <c:v>35.61</c:v>
                </c:pt>
                <c:pt idx="38">
                  <c:v>42.82</c:v>
                </c:pt>
                <c:pt idx="39">
                  <c:v>37.07</c:v>
                </c:pt>
                <c:pt idx="40">
                  <c:v>24.07</c:v>
                </c:pt>
                <c:pt idx="41">
                  <c:v>29.77</c:v>
                </c:pt>
                <c:pt idx="42">
                  <c:v>24.76</c:v>
                </c:pt>
                <c:pt idx="43">
                  <c:v>22.44</c:v>
                </c:pt>
                <c:pt idx="44">
                  <c:v>43.93</c:v>
                </c:pt>
                <c:pt idx="45">
                  <c:v>21.87</c:v>
                </c:pt>
                <c:pt idx="46">
                  <c:v>28.93</c:v>
                </c:pt>
                <c:pt idx="47">
                  <c:v>25.35</c:v>
                </c:pt>
                <c:pt idx="48">
                  <c:v>47.84</c:v>
                </c:pt>
                <c:pt idx="49">
                  <c:v>21.21</c:v>
                </c:pt>
                <c:pt idx="50">
                  <c:v>25.64</c:v>
                </c:pt>
                <c:pt idx="51">
                  <c:v>42.82</c:v>
                </c:pt>
                <c:pt idx="52">
                  <c:v>29.29</c:v>
                </c:pt>
                <c:pt idx="53">
                  <c:v>36.93</c:v>
                </c:pt>
                <c:pt idx="54">
                  <c:v>31.47</c:v>
                </c:pt>
                <c:pt idx="55">
                  <c:v>28.36</c:v>
                </c:pt>
                <c:pt idx="56">
                  <c:v>24.46</c:v>
                </c:pt>
                <c:pt idx="57">
                  <c:v>31.42</c:v>
                </c:pt>
                <c:pt idx="58">
                  <c:v>21.87</c:v>
                </c:pt>
                <c:pt idx="59">
                  <c:v>36.090000000000003</c:v>
                </c:pt>
                <c:pt idx="60">
                  <c:v>37.1</c:v>
                </c:pt>
                <c:pt idx="61">
                  <c:v>34.619999999999997</c:v>
                </c:pt>
                <c:pt idx="62">
                  <c:v>24.44</c:v>
                </c:pt>
                <c:pt idx="63">
                  <c:v>33.99</c:v>
                </c:pt>
                <c:pt idx="64">
                  <c:v>37.49</c:v>
                </c:pt>
                <c:pt idx="65">
                  <c:v>57.38</c:v>
                </c:pt>
                <c:pt idx="66">
                  <c:v>23.19</c:v>
                </c:pt>
                <c:pt idx="67">
                  <c:v>22.82</c:v>
                </c:pt>
                <c:pt idx="68">
                  <c:v>24.88</c:v>
                </c:pt>
                <c:pt idx="69">
                  <c:v>46.65</c:v>
                </c:pt>
                <c:pt idx="70">
                  <c:v>26.19</c:v>
                </c:pt>
                <c:pt idx="71">
                  <c:v>44.78</c:v>
                </c:pt>
                <c:pt idx="72">
                  <c:v>35.119999999999997</c:v>
                </c:pt>
                <c:pt idx="73">
                  <c:v>23.98</c:v>
                </c:pt>
                <c:pt idx="74">
                  <c:v>36.03</c:v>
                </c:pt>
                <c:pt idx="75">
                  <c:v>63.32</c:v>
                </c:pt>
                <c:pt idx="76">
                  <c:v>52.28</c:v>
                </c:pt>
                <c:pt idx="77">
                  <c:v>23.02</c:v>
                </c:pt>
                <c:pt idx="78">
                  <c:v>43.7</c:v>
                </c:pt>
                <c:pt idx="79">
                  <c:v>47.63</c:v>
                </c:pt>
                <c:pt idx="80">
                  <c:v>30.33</c:v>
                </c:pt>
                <c:pt idx="81">
                  <c:v>35.79</c:v>
                </c:pt>
                <c:pt idx="82">
                  <c:v>37.42</c:v>
                </c:pt>
                <c:pt idx="83">
                  <c:v>40.35</c:v>
                </c:pt>
                <c:pt idx="84">
                  <c:v>49.73</c:v>
                </c:pt>
                <c:pt idx="85">
                  <c:v>48.29</c:v>
                </c:pt>
                <c:pt idx="86">
                  <c:v>31.7</c:v>
                </c:pt>
                <c:pt idx="87">
                  <c:v>48.52</c:v>
                </c:pt>
                <c:pt idx="88">
                  <c:v>31.94</c:v>
                </c:pt>
                <c:pt idx="89">
                  <c:v>34.32</c:v>
                </c:pt>
                <c:pt idx="90">
                  <c:v>34.700000000000003</c:v>
                </c:pt>
                <c:pt idx="91">
                  <c:v>41.75</c:v>
                </c:pt>
                <c:pt idx="92">
                  <c:v>50.85</c:v>
                </c:pt>
                <c:pt idx="93">
                  <c:v>33.72</c:v>
                </c:pt>
                <c:pt idx="94">
                  <c:v>49.82</c:v>
                </c:pt>
                <c:pt idx="95">
                  <c:v>25.82</c:v>
                </c:pt>
                <c:pt idx="96">
                  <c:v>36.96</c:v>
                </c:pt>
                <c:pt idx="97">
                  <c:v>36.119999999999997</c:v>
                </c:pt>
                <c:pt idx="98">
                  <c:v>45.87</c:v>
                </c:pt>
                <c:pt idx="99">
                  <c:v>38.86</c:v>
                </c:pt>
                <c:pt idx="100">
                  <c:v>35.15</c:v>
                </c:pt>
                <c:pt idx="101">
                  <c:v>27.99</c:v>
                </c:pt>
                <c:pt idx="102">
                  <c:v>42.39</c:v>
                </c:pt>
                <c:pt idx="103">
                  <c:v>30.88</c:v>
                </c:pt>
                <c:pt idx="104">
                  <c:v>31.4</c:v>
                </c:pt>
                <c:pt idx="105">
                  <c:v>47.92</c:v>
                </c:pt>
                <c:pt idx="106">
                  <c:v>35.409999999999997</c:v>
                </c:pt>
                <c:pt idx="107">
                  <c:v>47.39</c:v>
                </c:pt>
                <c:pt idx="108">
                  <c:v>37</c:v>
                </c:pt>
                <c:pt idx="109">
                  <c:v>38.869999999999997</c:v>
                </c:pt>
                <c:pt idx="110">
                  <c:v>54.24</c:v>
                </c:pt>
                <c:pt idx="111">
                  <c:v>37.39</c:v>
                </c:pt>
                <c:pt idx="112">
                  <c:v>19.84</c:v>
                </c:pt>
                <c:pt idx="113">
                  <c:v>28.36</c:v>
                </c:pt>
                <c:pt idx="114">
                  <c:v>47.69</c:v>
                </c:pt>
                <c:pt idx="115">
                  <c:v>36.4</c:v>
                </c:pt>
                <c:pt idx="116">
                  <c:v>56.33</c:v>
                </c:pt>
                <c:pt idx="117">
                  <c:v>33.06</c:v>
                </c:pt>
                <c:pt idx="118">
                  <c:v>48.53</c:v>
                </c:pt>
                <c:pt idx="119">
                  <c:v>35.020000000000003</c:v>
                </c:pt>
                <c:pt idx="120">
                  <c:v>36</c:v>
                </c:pt>
                <c:pt idx="121">
                  <c:v>50.8</c:v>
                </c:pt>
                <c:pt idx="122">
                  <c:v>40.47</c:v>
                </c:pt>
                <c:pt idx="123">
                  <c:v>40.21</c:v>
                </c:pt>
                <c:pt idx="124">
                  <c:v>34.78</c:v>
                </c:pt>
                <c:pt idx="125">
                  <c:v>56.49</c:v>
                </c:pt>
                <c:pt idx="126">
                  <c:v>46.88</c:v>
                </c:pt>
                <c:pt idx="127">
                  <c:v>46.28</c:v>
                </c:pt>
                <c:pt idx="128">
                  <c:v>43.63</c:v>
                </c:pt>
                <c:pt idx="129">
                  <c:v>53.38</c:v>
                </c:pt>
                <c:pt idx="130">
                  <c:v>42.98</c:v>
                </c:pt>
                <c:pt idx="131">
                  <c:v>49.21</c:v>
                </c:pt>
                <c:pt idx="132">
                  <c:v>59.1</c:v>
                </c:pt>
                <c:pt idx="133">
                  <c:v>39.43</c:v>
                </c:pt>
                <c:pt idx="134">
                  <c:v>44.08</c:v>
                </c:pt>
                <c:pt idx="135">
                  <c:v>50.92</c:v>
                </c:pt>
                <c:pt idx="136">
                  <c:v>48.87</c:v>
                </c:pt>
                <c:pt idx="137">
                  <c:v>37.840000000000003</c:v>
                </c:pt>
                <c:pt idx="138">
                  <c:v>56.7</c:v>
                </c:pt>
                <c:pt idx="139">
                  <c:v>53.38</c:v>
                </c:pt>
                <c:pt idx="140">
                  <c:v>61.11</c:v>
                </c:pt>
                <c:pt idx="141">
                  <c:v>45.96</c:v>
                </c:pt>
                <c:pt idx="142">
                  <c:v>45.13</c:v>
                </c:pt>
                <c:pt idx="143">
                  <c:v>68.290000000000006</c:v>
                </c:pt>
                <c:pt idx="144">
                  <c:v>60.1</c:v>
                </c:pt>
                <c:pt idx="145">
                  <c:v>58.17</c:v>
                </c:pt>
                <c:pt idx="146">
                  <c:v>51.28</c:v>
                </c:pt>
                <c:pt idx="147">
                  <c:v>51.05</c:v>
                </c:pt>
                <c:pt idx="148">
                  <c:v>48.95</c:v>
                </c:pt>
                <c:pt idx="149">
                  <c:v>46.34</c:v>
                </c:pt>
                <c:pt idx="150">
                  <c:v>30.26</c:v>
                </c:pt>
                <c:pt idx="151">
                  <c:v>35.28</c:v>
                </c:pt>
                <c:pt idx="152">
                  <c:v>43.6</c:v>
                </c:pt>
                <c:pt idx="153">
                  <c:v>51.83</c:v>
                </c:pt>
                <c:pt idx="154">
                  <c:v>33.72</c:v>
                </c:pt>
                <c:pt idx="155">
                  <c:v>38.26</c:v>
                </c:pt>
                <c:pt idx="156">
                  <c:v>60.28</c:v>
                </c:pt>
                <c:pt idx="157">
                  <c:v>65.38</c:v>
                </c:pt>
                <c:pt idx="158">
                  <c:v>55.15</c:v>
                </c:pt>
                <c:pt idx="159">
                  <c:v>50.44</c:v>
                </c:pt>
                <c:pt idx="160">
                  <c:v>54.25</c:v>
                </c:pt>
                <c:pt idx="161">
                  <c:v>43.02</c:v>
                </c:pt>
                <c:pt idx="162">
                  <c:v>34.92</c:v>
                </c:pt>
                <c:pt idx="163">
                  <c:v>41.34</c:v>
                </c:pt>
                <c:pt idx="164">
                  <c:v>57.18</c:v>
                </c:pt>
                <c:pt idx="165">
                  <c:v>26.98</c:v>
                </c:pt>
                <c:pt idx="166">
                  <c:v>48.47</c:v>
                </c:pt>
                <c:pt idx="167">
                  <c:v>49.38</c:v>
                </c:pt>
                <c:pt idx="168">
                  <c:v>57.42</c:v>
                </c:pt>
                <c:pt idx="169">
                  <c:v>62.38</c:v>
                </c:pt>
                <c:pt idx="170">
                  <c:v>66.78</c:v>
                </c:pt>
                <c:pt idx="171">
                  <c:v>52.4</c:v>
                </c:pt>
                <c:pt idx="172">
                  <c:v>49.75</c:v>
                </c:pt>
                <c:pt idx="173">
                  <c:v>54.6</c:v>
                </c:pt>
                <c:pt idx="174">
                  <c:v>49.83</c:v>
                </c:pt>
                <c:pt idx="175">
                  <c:v>54.6</c:v>
                </c:pt>
                <c:pt idx="176">
                  <c:v>53.74</c:v>
                </c:pt>
                <c:pt idx="177">
                  <c:v>54.92</c:v>
                </c:pt>
                <c:pt idx="178">
                  <c:v>67.33</c:v>
                </c:pt>
                <c:pt idx="179">
                  <c:v>57.34</c:v>
                </c:pt>
                <c:pt idx="180">
                  <c:v>64.47</c:v>
                </c:pt>
                <c:pt idx="181">
                  <c:v>49.42</c:v>
                </c:pt>
                <c:pt idx="182">
                  <c:v>68.930000000000007</c:v>
                </c:pt>
                <c:pt idx="183">
                  <c:v>62.49</c:v>
                </c:pt>
                <c:pt idx="184">
                  <c:v>44.03</c:v>
                </c:pt>
                <c:pt idx="185">
                  <c:v>58.66</c:v>
                </c:pt>
                <c:pt idx="186">
                  <c:v>71.95</c:v>
                </c:pt>
                <c:pt idx="187">
                  <c:v>40.78</c:v>
                </c:pt>
                <c:pt idx="188">
                  <c:v>57.06</c:v>
                </c:pt>
                <c:pt idx="189">
                  <c:v>53.16</c:v>
                </c:pt>
                <c:pt idx="190">
                  <c:v>53.53</c:v>
                </c:pt>
                <c:pt idx="191">
                  <c:v>63.83</c:v>
                </c:pt>
                <c:pt idx="192">
                  <c:v>58.97</c:v>
                </c:pt>
                <c:pt idx="193">
                  <c:v>44.21</c:v>
                </c:pt>
                <c:pt idx="194">
                  <c:v>52.19</c:v>
                </c:pt>
                <c:pt idx="195">
                  <c:v>62.67</c:v>
                </c:pt>
                <c:pt idx="196">
                  <c:v>60.03</c:v>
                </c:pt>
                <c:pt idx="197">
                  <c:v>61.65</c:v>
                </c:pt>
                <c:pt idx="198">
                  <c:v>52.64</c:v>
                </c:pt>
                <c:pt idx="199">
                  <c:v>65.66</c:v>
                </c:pt>
                <c:pt idx="200">
                  <c:v>54.97</c:v>
                </c:pt>
                <c:pt idx="201">
                  <c:v>71.569999999999993</c:v>
                </c:pt>
                <c:pt idx="202">
                  <c:v>62.92</c:v>
                </c:pt>
                <c:pt idx="203">
                  <c:v>50.97</c:v>
                </c:pt>
                <c:pt idx="204">
                  <c:v>64.819999999999993</c:v>
                </c:pt>
                <c:pt idx="205">
                  <c:v>81.22</c:v>
                </c:pt>
                <c:pt idx="206">
                  <c:v>63.85</c:v>
                </c:pt>
                <c:pt idx="207">
                  <c:v>71.92</c:v>
                </c:pt>
                <c:pt idx="208">
                  <c:v>42.94</c:v>
                </c:pt>
                <c:pt idx="209">
                  <c:v>48.41</c:v>
                </c:pt>
                <c:pt idx="210">
                  <c:v>65.430000000000007</c:v>
                </c:pt>
                <c:pt idx="211">
                  <c:v>66.069999999999993</c:v>
                </c:pt>
                <c:pt idx="212">
                  <c:v>72.180000000000007</c:v>
                </c:pt>
                <c:pt idx="213">
                  <c:v>64.52</c:v>
                </c:pt>
                <c:pt idx="214">
                  <c:v>57.43</c:v>
                </c:pt>
                <c:pt idx="215">
                  <c:v>73.400000000000006</c:v>
                </c:pt>
                <c:pt idx="216">
                  <c:v>67.88</c:v>
                </c:pt>
                <c:pt idx="217">
                  <c:v>74.05</c:v>
                </c:pt>
                <c:pt idx="218">
                  <c:v>59.24</c:v>
                </c:pt>
                <c:pt idx="219">
                  <c:v>66.02</c:v>
                </c:pt>
                <c:pt idx="220">
                  <c:v>51.22</c:v>
                </c:pt>
                <c:pt idx="221">
                  <c:v>63.38</c:v>
                </c:pt>
                <c:pt idx="222">
                  <c:v>70.290000000000006</c:v>
                </c:pt>
                <c:pt idx="223">
                  <c:v>73.45</c:v>
                </c:pt>
                <c:pt idx="224">
                  <c:v>55.37</c:v>
                </c:pt>
                <c:pt idx="225">
                  <c:v>73.930000000000007</c:v>
                </c:pt>
                <c:pt idx="226">
                  <c:v>56.11</c:v>
                </c:pt>
                <c:pt idx="227">
                  <c:v>57.61</c:v>
                </c:pt>
                <c:pt idx="228">
                  <c:v>73.239999999999995</c:v>
                </c:pt>
                <c:pt idx="229">
                  <c:v>52.92</c:v>
                </c:pt>
                <c:pt idx="230">
                  <c:v>57.12</c:v>
                </c:pt>
                <c:pt idx="231">
                  <c:v>63.14</c:v>
                </c:pt>
                <c:pt idx="232">
                  <c:v>66.739999999999995</c:v>
                </c:pt>
                <c:pt idx="233">
                  <c:v>67.67</c:v>
                </c:pt>
                <c:pt idx="234">
                  <c:v>80.72</c:v>
                </c:pt>
                <c:pt idx="235">
                  <c:v>60.82</c:v>
                </c:pt>
                <c:pt idx="236">
                  <c:v>57.99</c:v>
                </c:pt>
                <c:pt idx="237">
                  <c:v>56.42</c:v>
                </c:pt>
                <c:pt idx="238">
                  <c:v>55.84</c:v>
                </c:pt>
                <c:pt idx="239">
                  <c:v>74.31</c:v>
                </c:pt>
                <c:pt idx="240">
                  <c:v>57.33</c:v>
                </c:pt>
                <c:pt idx="241">
                  <c:v>49.53</c:v>
                </c:pt>
                <c:pt idx="242">
                  <c:v>66.819999999999993</c:v>
                </c:pt>
                <c:pt idx="243">
                  <c:v>60.53</c:v>
                </c:pt>
                <c:pt idx="244">
                  <c:v>74.22</c:v>
                </c:pt>
                <c:pt idx="245">
                  <c:v>59.79</c:v>
                </c:pt>
                <c:pt idx="246">
                  <c:v>72.069999999999993</c:v>
                </c:pt>
                <c:pt idx="247">
                  <c:v>76.66</c:v>
                </c:pt>
                <c:pt idx="248">
                  <c:v>73.540000000000006</c:v>
                </c:pt>
                <c:pt idx="249">
                  <c:v>68.650000000000006</c:v>
                </c:pt>
                <c:pt idx="250">
                  <c:v>64.459999999999994</c:v>
                </c:pt>
                <c:pt idx="251">
                  <c:v>78.739999999999995</c:v>
                </c:pt>
                <c:pt idx="252">
                  <c:v>58.92</c:v>
                </c:pt>
                <c:pt idx="253">
                  <c:v>77.010000000000005</c:v>
                </c:pt>
                <c:pt idx="254">
                  <c:v>73.5</c:v>
                </c:pt>
                <c:pt idx="255">
                  <c:v>58.04</c:v>
                </c:pt>
                <c:pt idx="256">
                  <c:v>59.91</c:v>
                </c:pt>
                <c:pt idx="257">
                  <c:v>67.09</c:v>
                </c:pt>
                <c:pt idx="258">
                  <c:v>64.14</c:v>
                </c:pt>
                <c:pt idx="259">
                  <c:v>73.680000000000007</c:v>
                </c:pt>
                <c:pt idx="260">
                  <c:v>68.97</c:v>
                </c:pt>
                <c:pt idx="261">
                  <c:v>75.41</c:v>
                </c:pt>
                <c:pt idx="262">
                  <c:v>62.88</c:v>
                </c:pt>
                <c:pt idx="263">
                  <c:v>60.64</c:v>
                </c:pt>
                <c:pt idx="264">
                  <c:v>72.680000000000007</c:v>
                </c:pt>
                <c:pt idx="265">
                  <c:v>49.86</c:v>
                </c:pt>
                <c:pt idx="266">
                  <c:v>78.2</c:v>
                </c:pt>
                <c:pt idx="267">
                  <c:v>73.63</c:v>
                </c:pt>
                <c:pt idx="268">
                  <c:v>59.69</c:v>
                </c:pt>
                <c:pt idx="269">
                  <c:v>69.09</c:v>
                </c:pt>
                <c:pt idx="270">
                  <c:v>77.27</c:v>
                </c:pt>
                <c:pt idx="271">
                  <c:v>72.78</c:v>
                </c:pt>
                <c:pt idx="272">
                  <c:v>64.099999999999994</c:v>
                </c:pt>
                <c:pt idx="273">
                  <c:v>59.16</c:v>
                </c:pt>
                <c:pt idx="274">
                  <c:v>79.3</c:v>
                </c:pt>
                <c:pt idx="275">
                  <c:v>50.24</c:v>
                </c:pt>
                <c:pt idx="276">
                  <c:v>64.87</c:v>
                </c:pt>
                <c:pt idx="277">
                  <c:v>84.28</c:v>
                </c:pt>
                <c:pt idx="278">
                  <c:v>43.51</c:v>
                </c:pt>
                <c:pt idx="279">
                  <c:v>71.08</c:v>
                </c:pt>
                <c:pt idx="280">
                  <c:v>77.69</c:v>
                </c:pt>
                <c:pt idx="281">
                  <c:v>76.25</c:v>
                </c:pt>
                <c:pt idx="282">
                  <c:v>64.42</c:v>
                </c:pt>
                <c:pt idx="283">
                  <c:v>76.930000000000007</c:v>
                </c:pt>
                <c:pt idx="284">
                  <c:v>72.78</c:v>
                </c:pt>
                <c:pt idx="285">
                  <c:v>75.08</c:v>
                </c:pt>
                <c:pt idx="286">
                  <c:v>55.31</c:v>
                </c:pt>
                <c:pt idx="287">
                  <c:v>64.08</c:v>
                </c:pt>
                <c:pt idx="288">
                  <c:v>63</c:v>
                </c:pt>
                <c:pt idx="289">
                  <c:v>72.39</c:v>
                </c:pt>
                <c:pt idx="290">
                  <c:v>85.24</c:v>
                </c:pt>
                <c:pt idx="291">
                  <c:v>56.57</c:v>
                </c:pt>
                <c:pt idx="292">
                  <c:v>64.06</c:v>
                </c:pt>
                <c:pt idx="293">
                  <c:v>78.12</c:v>
                </c:pt>
                <c:pt idx="294">
                  <c:v>72.33</c:v>
                </c:pt>
                <c:pt idx="295">
                  <c:v>78.8</c:v>
                </c:pt>
                <c:pt idx="296">
                  <c:v>43.42</c:v>
                </c:pt>
                <c:pt idx="297">
                  <c:v>72.47</c:v>
                </c:pt>
                <c:pt idx="298">
                  <c:v>62.48</c:v>
                </c:pt>
                <c:pt idx="299">
                  <c:v>70.31</c:v>
                </c:pt>
                <c:pt idx="300">
                  <c:v>54</c:v>
                </c:pt>
                <c:pt idx="301">
                  <c:v>73.19</c:v>
                </c:pt>
                <c:pt idx="302">
                  <c:v>61.71</c:v>
                </c:pt>
                <c:pt idx="303">
                  <c:v>82.49</c:v>
                </c:pt>
                <c:pt idx="304">
                  <c:v>61.82</c:v>
                </c:pt>
                <c:pt idx="305">
                  <c:v>72.180000000000007</c:v>
                </c:pt>
                <c:pt idx="306">
                  <c:v>80.36</c:v>
                </c:pt>
                <c:pt idx="307">
                  <c:v>81.459999999999994</c:v>
                </c:pt>
                <c:pt idx="308">
                  <c:v>63.96</c:v>
                </c:pt>
                <c:pt idx="309">
                  <c:v>68.489999999999995</c:v>
                </c:pt>
                <c:pt idx="310">
                  <c:v>66.650000000000006</c:v>
                </c:pt>
                <c:pt idx="311">
                  <c:v>68.47</c:v>
                </c:pt>
                <c:pt idx="312">
                  <c:v>60.19</c:v>
                </c:pt>
                <c:pt idx="313">
                  <c:v>82.61</c:v>
                </c:pt>
                <c:pt idx="314">
                  <c:v>78.599999999999994</c:v>
                </c:pt>
                <c:pt idx="315">
                  <c:v>63.8</c:v>
                </c:pt>
                <c:pt idx="316">
                  <c:v>73.11</c:v>
                </c:pt>
                <c:pt idx="317">
                  <c:v>71.069999999999993</c:v>
                </c:pt>
                <c:pt idx="318">
                  <c:v>70.09</c:v>
                </c:pt>
                <c:pt idx="319">
                  <c:v>70.34</c:v>
                </c:pt>
                <c:pt idx="320">
                  <c:v>68.95</c:v>
                </c:pt>
                <c:pt idx="321">
                  <c:v>75.430000000000007</c:v>
                </c:pt>
                <c:pt idx="322">
                  <c:v>75.209999999999994</c:v>
                </c:pt>
                <c:pt idx="323">
                  <c:v>81.77</c:v>
                </c:pt>
                <c:pt idx="324">
                  <c:v>60.57</c:v>
                </c:pt>
                <c:pt idx="325">
                  <c:v>87.37</c:v>
                </c:pt>
                <c:pt idx="326">
                  <c:v>74.430000000000007</c:v>
                </c:pt>
                <c:pt idx="327">
                  <c:v>77.61</c:v>
                </c:pt>
                <c:pt idx="328">
                  <c:v>79.599999999999994</c:v>
                </c:pt>
                <c:pt idx="329">
                  <c:v>75.680000000000007</c:v>
                </c:pt>
                <c:pt idx="330">
                  <c:v>70.42</c:v>
                </c:pt>
                <c:pt idx="331">
                  <c:v>82.11</c:v>
                </c:pt>
                <c:pt idx="332">
                  <c:v>56.99</c:v>
                </c:pt>
                <c:pt idx="333">
                  <c:v>100.42</c:v>
                </c:pt>
                <c:pt idx="334">
                  <c:v>84.92</c:v>
                </c:pt>
                <c:pt idx="335">
                  <c:v>74.39</c:v>
                </c:pt>
                <c:pt idx="336">
                  <c:v>68.040000000000006</c:v>
                </c:pt>
                <c:pt idx="337">
                  <c:v>87.76</c:v>
                </c:pt>
                <c:pt idx="338">
                  <c:v>81.900000000000006</c:v>
                </c:pt>
                <c:pt idx="339">
                  <c:v>62.42</c:v>
                </c:pt>
                <c:pt idx="340">
                  <c:v>76.97</c:v>
                </c:pt>
                <c:pt idx="341">
                  <c:v>68.86</c:v>
                </c:pt>
                <c:pt idx="342">
                  <c:v>54.58</c:v>
                </c:pt>
                <c:pt idx="343">
                  <c:v>71.53</c:v>
                </c:pt>
                <c:pt idx="344">
                  <c:v>63.77</c:v>
                </c:pt>
                <c:pt idx="345">
                  <c:v>66.02</c:v>
                </c:pt>
                <c:pt idx="346">
                  <c:v>80.099999999999994</c:v>
                </c:pt>
                <c:pt idx="347">
                  <c:v>80.62</c:v>
                </c:pt>
                <c:pt idx="348">
                  <c:v>73.45</c:v>
                </c:pt>
                <c:pt idx="349">
                  <c:v>52.87</c:v>
                </c:pt>
                <c:pt idx="350">
                  <c:v>78.38</c:v>
                </c:pt>
                <c:pt idx="351">
                  <c:v>83.12</c:v>
                </c:pt>
                <c:pt idx="352">
                  <c:v>66.81</c:v>
                </c:pt>
                <c:pt idx="353">
                  <c:v>74.06</c:v>
                </c:pt>
                <c:pt idx="354">
                  <c:v>78.819999999999993</c:v>
                </c:pt>
                <c:pt idx="355">
                  <c:v>65.040000000000006</c:v>
                </c:pt>
                <c:pt idx="356">
                  <c:v>81.72</c:v>
                </c:pt>
                <c:pt idx="357">
                  <c:v>82.13</c:v>
                </c:pt>
                <c:pt idx="358">
                  <c:v>73.58</c:v>
                </c:pt>
                <c:pt idx="359">
                  <c:v>86.59</c:v>
                </c:pt>
                <c:pt idx="360">
                  <c:v>77.040000000000006</c:v>
                </c:pt>
                <c:pt idx="361">
                  <c:v>85.12</c:v>
                </c:pt>
                <c:pt idx="362">
                  <c:v>79.430000000000007</c:v>
                </c:pt>
                <c:pt idx="363">
                  <c:v>77.650000000000006</c:v>
                </c:pt>
                <c:pt idx="364">
                  <c:v>59.64</c:v>
                </c:pt>
                <c:pt idx="365">
                  <c:v>73.27</c:v>
                </c:pt>
                <c:pt idx="366">
                  <c:v>72.77</c:v>
                </c:pt>
                <c:pt idx="367">
                  <c:v>58.97</c:v>
                </c:pt>
                <c:pt idx="368">
                  <c:v>52.03</c:v>
                </c:pt>
                <c:pt idx="369">
                  <c:v>85.49</c:v>
                </c:pt>
                <c:pt idx="370">
                  <c:v>81.45</c:v>
                </c:pt>
                <c:pt idx="371">
                  <c:v>57.42</c:v>
                </c:pt>
                <c:pt idx="372">
                  <c:v>85.37</c:v>
                </c:pt>
                <c:pt idx="373">
                  <c:v>62.37</c:v>
                </c:pt>
                <c:pt idx="374">
                  <c:v>78.58</c:v>
                </c:pt>
                <c:pt idx="375">
                  <c:v>63.52</c:v>
                </c:pt>
                <c:pt idx="376">
                  <c:v>98.73</c:v>
                </c:pt>
                <c:pt idx="377">
                  <c:v>85.06</c:v>
                </c:pt>
                <c:pt idx="378">
                  <c:v>82.36</c:v>
                </c:pt>
                <c:pt idx="379">
                  <c:v>66.319999999999993</c:v>
                </c:pt>
                <c:pt idx="380">
                  <c:v>74.55</c:v>
                </c:pt>
                <c:pt idx="381">
                  <c:v>84.46</c:v>
                </c:pt>
                <c:pt idx="382">
                  <c:v>91.57</c:v>
                </c:pt>
                <c:pt idx="383">
                  <c:v>65.77</c:v>
                </c:pt>
                <c:pt idx="384">
                  <c:v>93.67</c:v>
                </c:pt>
                <c:pt idx="385">
                  <c:v>79.45</c:v>
                </c:pt>
                <c:pt idx="386">
                  <c:v>76.709999999999994</c:v>
                </c:pt>
                <c:pt idx="387">
                  <c:v>72.13</c:v>
                </c:pt>
                <c:pt idx="388">
                  <c:v>83.32</c:v>
                </c:pt>
                <c:pt idx="389">
                  <c:v>82.77</c:v>
                </c:pt>
                <c:pt idx="390">
                  <c:v>73.760000000000005</c:v>
                </c:pt>
                <c:pt idx="391">
                  <c:v>94.35</c:v>
                </c:pt>
                <c:pt idx="392">
                  <c:v>82.97</c:v>
                </c:pt>
                <c:pt idx="393">
                  <c:v>74.87</c:v>
                </c:pt>
                <c:pt idx="394">
                  <c:v>62.03</c:v>
                </c:pt>
                <c:pt idx="395">
                  <c:v>62.11</c:v>
                </c:pt>
                <c:pt idx="396">
                  <c:v>83.53</c:v>
                </c:pt>
                <c:pt idx="397">
                  <c:v>78.069999999999993</c:v>
                </c:pt>
                <c:pt idx="398">
                  <c:v>87.62</c:v>
                </c:pt>
                <c:pt idx="399">
                  <c:v>84.59</c:v>
                </c:pt>
                <c:pt idx="400">
                  <c:v>85.79</c:v>
                </c:pt>
                <c:pt idx="401">
                  <c:v>59.38</c:v>
                </c:pt>
                <c:pt idx="402">
                  <c:v>65.53</c:v>
                </c:pt>
                <c:pt idx="403">
                  <c:v>71.73</c:v>
                </c:pt>
                <c:pt idx="404">
                  <c:v>74.78</c:v>
                </c:pt>
                <c:pt idx="405">
                  <c:v>80.37</c:v>
                </c:pt>
                <c:pt idx="406">
                  <c:v>84.44</c:v>
                </c:pt>
                <c:pt idx="407">
                  <c:v>79.7</c:v>
                </c:pt>
                <c:pt idx="408">
                  <c:v>84.51</c:v>
                </c:pt>
                <c:pt idx="409">
                  <c:v>82.11</c:v>
                </c:pt>
                <c:pt idx="410">
                  <c:v>79.88</c:v>
                </c:pt>
                <c:pt idx="411">
                  <c:v>77.260000000000005</c:v>
                </c:pt>
                <c:pt idx="412">
                  <c:v>72.63</c:v>
                </c:pt>
                <c:pt idx="413">
                  <c:v>80.52</c:v>
                </c:pt>
                <c:pt idx="414">
                  <c:v>85.73</c:v>
                </c:pt>
                <c:pt idx="415">
                  <c:v>98.47</c:v>
                </c:pt>
                <c:pt idx="416">
                  <c:v>67.099999999999994</c:v>
                </c:pt>
                <c:pt idx="417">
                  <c:v>92.38</c:v>
                </c:pt>
                <c:pt idx="418">
                  <c:v>75.86</c:v>
                </c:pt>
                <c:pt idx="419">
                  <c:v>93.83</c:v>
                </c:pt>
                <c:pt idx="420">
                  <c:v>78.23</c:v>
                </c:pt>
                <c:pt idx="421">
                  <c:v>82.23</c:v>
                </c:pt>
                <c:pt idx="422">
                  <c:v>76.78</c:v>
                </c:pt>
                <c:pt idx="423">
                  <c:v>61.18</c:v>
                </c:pt>
                <c:pt idx="424">
                  <c:v>80.53</c:v>
                </c:pt>
                <c:pt idx="425">
                  <c:v>81.25</c:v>
                </c:pt>
                <c:pt idx="426">
                  <c:v>82.21</c:v>
                </c:pt>
                <c:pt idx="427">
                  <c:v>81.31</c:v>
                </c:pt>
                <c:pt idx="428">
                  <c:v>93.6</c:v>
                </c:pt>
                <c:pt idx="429">
                  <c:v>67.569999999999993</c:v>
                </c:pt>
                <c:pt idx="430">
                  <c:v>82.22</c:v>
                </c:pt>
                <c:pt idx="431">
                  <c:v>81.069999999999993</c:v>
                </c:pt>
                <c:pt idx="432">
                  <c:v>84.98</c:v>
                </c:pt>
                <c:pt idx="433">
                  <c:v>74.98</c:v>
                </c:pt>
                <c:pt idx="434">
                  <c:v>72.819999999999993</c:v>
                </c:pt>
                <c:pt idx="435">
                  <c:v>95.18</c:v>
                </c:pt>
                <c:pt idx="436">
                  <c:v>71.510000000000005</c:v>
                </c:pt>
                <c:pt idx="437">
                  <c:v>72.400000000000006</c:v>
                </c:pt>
                <c:pt idx="438">
                  <c:v>89.85</c:v>
                </c:pt>
                <c:pt idx="439">
                  <c:v>66.06</c:v>
                </c:pt>
                <c:pt idx="440">
                  <c:v>86.29</c:v>
                </c:pt>
                <c:pt idx="441">
                  <c:v>81.069999999999993</c:v>
                </c:pt>
                <c:pt idx="442">
                  <c:v>81.760000000000005</c:v>
                </c:pt>
                <c:pt idx="443">
                  <c:v>76.27</c:v>
                </c:pt>
                <c:pt idx="444">
                  <c:v>87.12</c:v>
                </c:pt>
                <c:pt idx="445">
                  <c:v>76.319999999999993</c:v>
                </c:pt>
                <c:pt idx="446">
                  <c:v>93.49</c:v>
                </c:pt>
                <c:pt idx="447">
                  <c:v>72.2</c:v>
                </c:pt>
                <c:pt idx="448">
                  <c:v>74.88</c:v>
                </c:pt>
                <c:pt idx="449">
                  <c:v>75.290000000000006</c:v>
                </c:pt>
                <c:pt idx="450">
                  <c:v>71.8</c:v>
                </c:pt>
                <c:pt idx="451">
                  <c:v>93.42</c:v>
                </c:pt>
                <c:pt idx="452">
                  <c:v>78.900000000000006</c:v>
                </c:pt>
                <c:pt idx="453">
                  <c:v>73.849999999999994</c:v>
                </c:pt>
                <c:pt idx="454">
                  <c:v>72.97</c:v>
                </c:pt>
                <c:pt idx="455">
                  <c:v>70.13</c:v>
                </c:pt>
                <c:pt idx="456">
                  <c:v>85.53</c:v>
                </c:pt>
                <c:pt idx="457">
                  <c:v>83.7</c:v>
                </c:pt>
                <c:pt idx="458">
                  <c:v>76.83</c:v>
                </c:pt>
                <c:pt idx="459">
                  <c:v>71.75</c:v>
                </c:pt>
                <c:pt idx="460">
                  <c:v>76.27</c:v>
                </c:pt>
                <c:pt idx="461">
                  <c:v>85.11</c:v>
                </c:pt>
                <c:pt idx="462">
                  <c:v>72.14</c:v>
                </c:pt>
                <c:pt idx="463">
                  <c:v>84.24</c:v>
                </c:pt>
                <c:pt idx="464">
                  <c:v>91.51</c:v>
                </c:pt>
                <c:pt idx="465">
                  <c:v>68.37</c:v>
                </c:pt>
                <c:pt idx="466">
                  <c:v>80.25</c:v>
                </c:pt>
                <c:pt idx="467">
                  <c:v>86.35</c:v>
                </c:pt>
                <c:pt idx="468">
                  <c:v>72.48</c:v>
                </c:pt>
                <c:pt idx="469">
                  <c:v>71.25</c:v>
                </c:pt>
                <c:pt idx="470">
                  <c:v>89.68</c:v>
                </c:pt>
                <c:pt idx="471">
                  <c:v>75.78</c:v>
                </c:pt>
                <c:pt idx="472">
                  <c:v>77.33</c:v>
                </c:pt>
                <c:pt idx="473">
                  <c:v>87.62</c:v>
                </c:pt>
                <c:pt idx="474">
                  <c:v>72.319999999999993</c:v>
                </c:pt>
                <c:pt idx="475">
                  <c:v>96.56</c:v>
                </c:pt>
                <c:pt idx="476">
                  <c:v>67.069999999999993</c:v>
                </c:pt>
                <c:pt idx="477">
                  <c:v>72.17</c:v>
                </c:pt>
                <c:pt idx="478">
                  <c:v>91.09</c:v>
                </c:pt>
                <c:pt idx="479">
                  <c:v>94.77</c:v>
                </c:pt>
                <c:pt idx="480">
                  <c:v>81.569999999999993</c:v>
                </c:pt>
                <c:pt idx="481">
                  <c:v>85.88</c:v>
                </c:pt>
                <c:pt idx="482">
                  <c:v>83.66</c:v>
                </c:pt>
                <c:pt idx="483">
                  <c:v>82.8</c:v>
                </c:pt>
                <c:pt idx="484">
                  <c:v>88.33</c:v>
                </c:pt>
                <c:pt idx="485">
                  <c:v>80.540000000000006</c:v>
                </c:pt>
                <c:pt idx="486">
                  <c:v>87.11</c:v>
                </c:pt>
                <c:pt idx="487">
                  <c:v>81.760000000000005</c:v>
                </c:pt>
                <c:pt idx="488">
                  <c:v>80.75</c:v>
                </c:pt>
                <c:pt idx="489">
                  <c:v>79.72</c:v>
                </c:pt>
                <c:pt idx="490">
                  <c:v>99.12</c:v>
                </c:pt>
                <c:pt idx="491">
                  <c:v>97.57</c:v>
                </c:pt>
                <c:pt idx="492">
                  <c:v>89.83</c:v>
                </c:pt>
                <c:pt idx="493">
                  <c:v>96.8</c:v>
                </c:pt>
                <c:pt idx="494">
                  <c:v>90.73</c:v>
                </c:pt>
                <c:pt idx="495">
                  <c:v>83.45</c:v>
                </c:pt>
                <c:pt idx="496">
                  <c:v>86.12</c:v>
                </c:pt>
                <c:pt idx="497">
                  <c:v>73.03</c:v>
                </c:pt>
                <c:pt idx="498">
                  <c:v>83.53</c:v>
                </c:pt>
                <c:pt idx="499">
                  <c:v>91.07</c:v>
                </c:pt>
                <c:pt idx="500">
                  <c:v>88.72</c:v>
                </c:pt>
                <c:pt idx="501">
                  <c:v>87.17</c:v>
                </c:pt>
                <c:pt idx="502">
                  <c:v>91.07</c:v>
                </c:pt>
                <c:pt idx="503">
                  <c:v>92.14</c:v>
                </c:pt>
                <c:pt idx="504">
                  <c:v>75.67</c:v>
                </c:pt>
                <c:pt idx="505">
                  <c:v>94.4</c:v>
                </c:pt>
                <c:pt idx="506">
                  <c:v>76.819999999999993</c:v>
                </c:pt>
                <c:pt idx="507">
                  <c:v>84.42</c:v>
                </c:pt>
                <c:pt idx="508">
                  <c:v>89.58</c:v>
                </c:pt>
                <c:pt idx="509">
                  <c:v>94.3</c:v>
                </c:pt>
                <c:pt idx="510">
                  <c:v>89.72</c:v>
                </c:pt>
                <c:pt idx="511">
                  <c:v>88.7</c:v>
                </c:pt>
                <c:pt idx="512">
                  <c:v>104.48</c:v>
                </c:pt>
                <c:pt idx="513">
                  <c:v>73.430000000000007</c:v>
                </c:pt>
                <c:pt idx="514">
                  <c:v>89.26</c:v>
                </c:pt>
                <c:pt idx="515">
                  <c:v>81.13</c:v>
                </c:pt>
                <c:pt idx="516">
                  <c:v>77.63</c:v>
                </c:pt>
                <c:pt idx="517">
                  <c:v>75.55</c:v>
                </c:pt>
                <c:pt idx="518">
                  <c:v>74.599999999999994</c:v>
                </c:pt>
                <c:pt idx="519">
                  <c:v>84.9</c:v>
                </c:pt>
                <c:pt idx="520">
                  <c:v>84.6</c:v>
                </c:pt>
                <c:pt idx="521">
                  <c:v>85.09</c:v>
                </c:pt>
                <c:pt idx="522">
                  <c:v>88.25</c:v>
                </c:pt>
                <c:pt idx="523">
                  <c:v>82.16</c:v>
                </c:pt>
                <c:pt idx="524">
                  <c:v>86.45</c:v>
                </c:pt>
                <c:pt idx="525">
                  <c:v>96.73</c:v>
                </c:pt>
                <c:pt idx="526">
                  <c:v>79.92</c:v>
                </c:pt>
                <c:pt idx="527">
                  <c:v>83.72</c:v>
                </c:pt>
                <c:pt idx="528">
                  <c:v>98.18</c:v>
                </c:pt>
                <c:pt idx="529">
                  <c:v>96.63</c:v>
                </c:pt>
                <c:pt idx="530">
                  <c:v>87.91</c:v>
                </c:pt>
                <c:pt idx="531">
                  <c:v>77.03</c:v>
                </c:pt>
                <c:pt idx="532">
                  <c:v>86.71</c:v>
                </c:pt>
                <c:pt idx="533">
                  <c:v>91.57</c:v>
                </c:pt>
                <c:pt idx="534">
                  <c:v>84.8</c:v>
                </c:pt>
                <c:pt idx="535">
                  <c:v>78.569999999999993</c:v>
                </c:pt>
                <c:pt idx="536">
                  <c:v>89.68</c:v>
                </c:pt>
                <c:pt idx="537">
                  <c:v>89.45</c:v>
                </c:pt>
                <c:pt idx="538">
                  <c:v>83.22</c:v>
                </c:pt>
                <c:pt idx="539">
                  <c:v>97.02</c:v>
                </c:pt>
                <c:pt idx="540">
                  <c:v>92.02</c:v>
                </c:pt>
                <c:pt idx="541">
                  <c:v>91.12</c:v>
                </c:pt>
                <c:pt idx="542">
                  <c:v>86.49</c:v>
                </c:pt>
                <c:pt idx="543">
                  <c:v>77.010000000000005</c:v>
                </c:pt>
                <c:pt idx="544">
                  <c:v>81.89</c:v>
                </c:pt>
                <c:pt idx="545">
                  <c:v>87.83</c:v>
                </c:pt>
                <c:pt idx="546">
                  <c:v>83.44</c:v>
                </c:pt>
                <c:pt idx="547">
                  <c:v>96.02</c:v>
                </c:pt>
                <c:pt idx="548">
                  <c:v>86.07</c:v>
                </c:pt>
                <c:pt idx="549">
                  <c:v>84.46</c:v>
                </c:pt>
                <c:pt idx="550">
                  <c:v>87.17</c:v>
                </c:pt>
                <c:pt idx="551">
                  <c:v>73.39</c:v>
                </c:pt>
                <c:pt idx="552">
                  <c:v>91.88</c:v>
                </c:pt>
                <c:pt idx="553">
                  <c:v>76.69</c:v>
                </c:pt>
                <c:pt idx="554">
                  <c:v>81.819999999999993</c:v>
                </c:pt>
                <c:pt idx="555">
                  <c:v>92.4</c:v>
                </c:pt>
                <c:pt idx="556">
                  <c:v>93.55</c:v>
                </c:pt>
                <c:pt idx="557">
                  <c:v>78.08</c:v>
                </c:pt>
                <c:pt idx="558">
                  <c:v>87.31</c:v>
                </c:pt>
                <c:pt idx="559">
                  <c:v>87.8</c:v>
                </c:pt>
                <c:pt idx="560">
                  <c:v>105.47</c:v>
                </c:pt>
                <c:pt idx="561">
                  <c:v>72.2</c:v>
                </c:pt>
                <c:pt idx="562">
                  <c:v>84.83</c:v>
                </c:pt>
                <c:pt idx="563">
                  <c:v>93.94</c:v>
                </c:pt>
                <c:pt idx="564">
                  <c:v>85.23</c:v>
                </c:pt>
                <c:pt idx="565">
                  <c:v>85.37</c:v>
                </c:pt>
                <c:pt idx="566">
                  <c:v>83.62</c:v>
                </c:pt>
                <c:pt idx="567">
                  <c:v>83.88</c:v>
                </c:pt>
                <c:pt idx="568">
                  <c:v>96.22</c:v>
                </c:pt>
                <c:pt idx="569">
                  <c:v>81.849999999999994</c:v>
                </c:pt>
                <c:pt idx="570">
                  <c:v>77.040000000000006</c:v>
                </c:pt>
                <c:pt idx="571">
                  <c:v>95.18</c:v>
                </c:pt>
                <c:pt idx="572">
                  <c:v>95.68</c:v>
                </c:pt>
                <c:pt idx="573">
                  <c:v>84.83</c:v>
                </c:pt>
                <c:pt idx="574">
                  <c:v>88.56</c:v>
                </c:pt>
                <c:pt idx="575">
                  <c:v>102.4</c:v>
                </c:pt>
                <c:pt idx="576">
                  <c:v>91.12</c:v>
                </c:pt>
                <c:pt idx="577">
                  <c:v>88.74</c:v>
                </c:pt>
                <c:pt idx="578">
                  <c:v>82.82</c:v>
                </c:pt>
                <c:pt idx="579">
                  <c:v>89.4</c:v>
                </c:pt>
                <c:pt idx="580">
                  <c:v>80.540000000000006</c:v>
                </c:pt>
                <c:pt idx="581">
                  <c:v>83.51</c:v>
                </c:pt>
                <c:pt idx="582">
                  <c:v>84.26</c:v>
                </c:pt>
                <c:pt idx="583">
                  <c:v>69.040000000000006</c:v>
                </c:pt>
                <c:pt idx="584">
                  <c:v>82.12</c:v>
                </c:pt>
                <c:pt idx="585">
                  <c:v>93.15</c:v>
                </c:pt>
                <c:pt idx="586">
                  <c:v>107.13</c:v>
                </c:pt>
                <c:pt idx="587">
                  <c:v>92.6</c:v>
                </c:pt>
                <c:pt idx="588">
                  <c:v>95.9</c:v>
                </c:pt>
                <c:pt idx="589">
                  <c:v>87.98</c:v>
                </c:pt>
                <c:pt idx="590">
                  <c:v>75.03</c:v>
                </c:pt>
                <c:pt idx="591">
                  <c:v>83.17</c:v>
                </c:pt>
                <c:pt idx="592">
                  <c:v>86.04</c:v>
                </c:pt>
                <c:pt idx="593">
                  <c:v>92.78</c:v>
                </c:pt>
                <c:pt idx="594">
                  <c:v>95.47</c:v>
                </c:pt>
                <c:pt idx="595">
                  <c:v>90.46</c:v>
                </c:pt>
                <c:pt idx="596">
                  <c:v>91.82</c:v>
                </c:pt>
                <c:pt idx="597">
                  <c:v>77</c:v>
                </c:pt>
                <c:pt idx="598">
                  <c:v>70.64</c:v>
                </c:pt>
                <c:pt idx="599">
                  <c:v>83.01</c:v>
                </c:pt>
                <c:pt idx="600">
                  <c:v>72.14</c:v>
                </c:pt>
                <c:pt idx="601">
                  <c:v>81.99</c:v>
                </c:pt>
                <c:pt idx="602">
                  <c:v>80.239999999999995</c:v>
                </c:pt>
                <c:pt idx="603">
                  <c:v>96.67</c:v>
                </c:pt>
                <c:pt idx="604">
                  <c:v>86.66</c:v>
                </c:pt>
                <c:pt idx="605">
                  <c:v>87.99</c:v>
                </c:pt>
                <c:pt idx="606">
                  <c:v>89.87</c:v>
                </c:pt>
                <c:pt idx="607">
                  <c:v>94.67</c:v>
                </c:pt>
                <c:pt idx="608">
                  <c:v>80.73</c:v>
                </c:pt>
                <c:pt idx="609">
                  <c:v>103.56</c:v>
                </c:pt>
                <c:pt idx="610">
                  <c:v>89.42</c:v>
                </c:pt>
                <c:pt idx="611">
                  <c:v>83.68</c:v>
                </c:pt>
                <c:pt idx="612">
                  <c:v>98.08</c:v>
                </c:pt>
                <c:pt idx="613">
                  <c:v>99.21</c:v>
                </c:pt>
                <c:pt idx="614">
                  <c:v>102.53</c:v>
                </c:pt>
                <c:pt idx="615">
                  <c:v>72.790000000000006</c:v>
                </c:pt>
                <c:pt idx="616">
                  <c:v>93.2</c:v>
                </c:pt>
                <c:pt idx="617">
                  <c:v>80.87</c:v>
                </c:pt>
                <c:pt idx="618">
                  <c:v>96.91</c:v>
                </c:pt>
                <c:pt idx="619">
                  <c:v>89.43</c:v>
                </c:pt>
                <c:pt idx="620">
                  <c:v>104.16</c:v>
                </c:pt>
                <c:pt idx="621">
                  <c:v>89.97</c:v>
                </c:pt>
                <c:pt idx="622">
                  <c:v>87.92</c:v>
                </c:pt>
                <c:pt idx="623">
                  <c:v>100.43</c:v>
                </c:pt>
                <c:pt idx="624">
                  <c:v>84.24</c:v>
                </c:pt>
                <c:pt idx="625">
                  <c:v>98.57</c:v>
                </c:pt>
                <c:pt idx="626">
                  <c:v>116.74</c:v>
                </c:pt>
                <c:pt idx="627">
                  <c:v>91.47</c:v>
                </c:pt>
                <c:pt idx="628">
                  <c:v>104.29</c:v>
                </c:pt>
                <c:pt idx="629">
                  <c:v>87.83</c:v>
                </c:pt>
                <c:pt idx="630">
                  <c:v>102.92</c:v>
                </c:pt>
                <c:pt idx="631">
                  <c:v>84.13</c:v>
                </c:pt>
                <c:pt idx="632">
                  <c:v>91.91</c:v>
                </c:pt>
                <c:pt idx="633">
                  <c:v>93.12</c:v>
                </c:pt>
                <c:pt idx="634">
                  <c:v>86.87</c:v>
                </c:pt>
                <c:pt idx="635">
                  <c:v>98.34</c:v>
                </c:pt>
                <c:pt idx="636">
                  <c:v>104.07</c:v>
                </c:pt>
                <c:pt idx="637">
                  <c:v>78.3</c:v>
                </c:pt>
                <c:pt idx="638">
                  <c:v>74.41</c:v>
                </c:pt>
                <c:pt idx="639">
                  <c:v>77.75</c:v>
                </c:pt>
                <c:pt idx="640">
                  <c:v>102.96</c:v>
                </c:pt>
                <c:pt idx="641">
                  <c:v>101.87</c:v>
                </c:pt>
                <c:pt idx="642">
                  <c:v>93.27</c:v>
                </c:pt>
                <c:pt idx="643">
                  <c:v>80.08</c:v>
                </c:pt>
                <c:pt idx="644">
                  <c:v>96.04</c:v>
                </c:pt>
                <c:pt idx="645">
                  <c:v>96.37</c:v>
                </c:pt>
                <c:pt idx="646">
                  <c:v>92.59</c:v>
                </c:pt>
                <c:pt idx="647">
                  <c:v>105.38</c:v>
                </c:pt>
                <c:pt idx="648">
                  <c:v>86.92</c:v>
                </c:pt>
                <c:pt idx="649">
                  <c:v>85.51</c:v>
                </c:pt>
                <c:pt idx="650">
                  <c:v>72.62</c:v>
                </c:pt>
                <c:pt idx="651">
                  <c:v>87.22</c:v>
                </c:pt>
                <c:pt idx="652">
                  <c:v>92.79</c:v>
                </c:pt>
                <c:pt idx="653">
                  <c:v>84.38</c:v>
                </c:pt>
                <c:pt idx="654">
                  <c:v>97.97</c:v>
                </c:pt>
                <c:pt idx="655">
                  <c:v>109.25</c:v>
                </c:pt>
                <c:pt idx="656">
                  <c:v>80.02</c:v>
                </c:pt>
                <c:pt idx="657">
                  <c:v>93.95</c:v>
                </c:pt>
                <c:pt idx="658">
                  <c:v>67.77</c:v>
                </c:pt>
                <c:pt idx="659">
                  <c:v>91.97</c:v>
                </c:pt>
                <c:pt idx="660">
                  <c:v>93.49</c:v>
                </c:pt>
                <c:pt idx="661">
                  <c:v>89.29</c:v>
                </c:pt>
                <c:pt idx="662">
                  <c:v>78.87</c:v>
                </c:pt>
                <c:pt idx="663">
                  <c:v>97.23</c:v>
                </c:pt>
                <c:pt idx="664">
                  <c:v>95.94</c:v>
                </c:pt>
                <c:pt idx="665">
                  <c:v>88.84</c:v>
                </c:pt>
                <c:pt idx="666">
                  <c:v>88.99</c:v>
                </c:pt>
                <c:pt idx="667">
                  <c:v>96.38</c:v>
                </c:pt>
                <c:pt idx="668">
                  <c:v>101.74</c:v>
                </c:pt>
                <c:pt idx="669">
                  <c:v>86.58</c:v>
                </c:pt>
                <c:pt idx="670">
                  <c:v>100.42</c:v>
                </c:pt>
                <c:pt idx="671">
                  <c:v>87.7</c:v>
                </c:pt>
                <c:pt idx="672">
                  <c:v>95.29</c:v>
                </c:pt>
                <c:pt idx="673">
                  <c:v>96.37</c:v>
                </c:pt>
                <c:pt idx="674">
                  <c:v>94.91</c:v>
                </c:pt>
                <c:pt idx="675">
                  <c:v>93.4</c:v>
                </c:pt>
                <c:pt idx="676">
                  <c:v>101.03</c:v>
                </c:pt>
                <c:pt idx="677">
                  <c:v>96.87</c:v>
                </c:pt>
                <c:pt idx="678">
                  <c:v>81.180000000000007</c:v>
                </c:pt>
                <c:pt idx="679">
                  <c:v>70.12</c:v>
                </c:pt>
                <c:pt idx="680">
                  <c:v>86.26</c:v>
                </c:pt>
                <c:pt idx="681">
                  <c:v>92.62</c:v>
                </c:pt>
                <c:pt idx="682">
                  <c:v>85.92</c:v>
                </c:pt>
                <c:pt idx="683">
                  <c:v>93.02</c:v>
                </c:pt>
                <c:pt idx="684">
                  <c:v>90.35</c:v>
                </c:pt>
                <c:pt idx="685">
                  <c:v>97.82</c:v>
                </c:pt>
                <c:pt idx="686">
                  <c:v>96.74</c:v>
                </c:pt>
                <c:pt idx="687">
                  <c:v>75</c:v>
                </c:pt>
                <c:pt idx="688">
                  <c:v>90.13</c:v>
                </c:pt>
                <c:pt idx="689">
                  <c:v>93.15</c:v>
                </c:pt>
                <c:pt idx="690">
                  <c:v>89.3</c:v>
                </c:pt>
                <c:pt idx="691">
                  <c:v>85.92</c:v>
                </c:pt>
                <c:pt idx="692">
                  <c:v>97.28</c:v>
                </c:pt>
                <c:pt idx="693">
                  <c:v>91.7</c:v>
                </c:pt>
                <c:pt idx="694">
                  <c:v>79.39</c:v>
                </c:pt>
                <c:pt idx="695">
                  <c:v>91.13</c:v>
                </c:pt>
                <c:pt idx="696">
                  <c:v>92.03</c:v>
                </c:pt>
                <c:pt idx="697">
                  <c:v>93.62</c:v>
                </c:pt>
                <c:pt idx="698">
                  <c:v>96.82</c:v>
                </c:pt>
                <c:pt idx="699">
                  <c:v>92.15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02D-4662-ACE6-0B7B78ABC3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7917247"/>
        <c:axId val="1557917727"/>
      </c:scatterChart>
      <c:valAx>
        <c:axId val="1557917247"/>
        <c:scaling>
          <c:orientation val="minMax"/>
          <c:max val="700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57917727"/>
        <c:crosses val="autoZero"/>
        <c:crossBetween val="midCat"/>
        <c:majorUnit val="100"/>
      </c:valAx>
      <c:valAx>
        <c:axId val="15579177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57917247"/>
        <c:crossesAt val="1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Total</a:t>
            </a:r>
            <a:r>
              <a:rPr lang="en-US" altLang="ko-KR" baseline="0"/>
              <a:t> Loss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2700" cap="rnd">
              <a:solidFill>
                <a:sysClr val="window" lastClr="FFFFFF">
                  <a:lumMod val="50000"/>
                </a:sysClr>
              </a:solidFill>
              <a:round/>
            </a:ln>
            <a:effectLst/>
          </c:spPr>
          <c:marker>
            <c:symbol val="none"/>
          </c:marker>
          <c:trendline>
            <c:spPr>
              <a:ln w="15875" cap="rnd">
                <a:solidFill>
                  <a:sysClr val="windowText" lastClr="000000">
                    <a:lumMod val="85000"/>
                    <a:lumOff val="15000"/>
                  </a:sysClr>
                </a:solidFill>
                <a:prstDash val="solid"/>
              </a:ln>
              <a:effectLst/>
            </c:spPr>
            <c:trendlineType val="movingAvg"/>
            <c:period val="10"/>
            <c:dispRSqr val="0"/>
            <c:dispEq val="0"/>
          </c:trendline>
          <c:yVal>
            <c:numRef>
              <c:f>episodes_700!$C$2:$C$701</c:f>
              <c:numCache>
                <c:formatCode>General</c:formatCode>
                <c:ptCount val="700"/>
                <c:pt idx="0">
                  <c:v>697.02</c:v>
                </c:pt>
                <c:pt idx="1">
                  <c:v>671.55</c:v>
                </c:pt>
                <c:pt idx="2">
                  <c:v>616.46</c:v>
                </c:pt>
                <c:pt idx="3">
                  <c:v>576.66999999999996</c:v>
                </c:pt>
                <c:pt idx="4">
                  <c:v>602.01</c:v>
                </c:pt>
                <c:pt idx="5">
                  <c:v>477.68</c:v>
                </c:pt>
                <c:pt idx="6">
                  <c:v>460.63</c:v>
                </c:pt>
                <c:pt idx="7">
                  <c:v>503.84</c:v>
                </c:pt>
                <c:pt idx="8">
                  <c:v>545.37</c:v>
                </c:pt>
                <c:pt idx="9">
                  <c:v>490.78</c:v>
                </c:pt>
                <c:pt idx="10">
                  <c:v>454.78</c:v>
                </c:pt>
                <c:pt idx="11">
                  <c:v>400.36</c:v>
                </c:pt>
                <c:pt idx="12">
                  <c:v>440.16</c:v>
                </c:pt>
                <c:pt idx="13">
                  <c:v>400.75</c:v>
                </c:pt>
                <c:pt idx="14">
                  <c:v>474.15</c:v>
                </c:pt>
                <c:pt idx="15">
                  <c:v>359.13</c:v>
                </c:pt>
                <c:pt idx="16">
                  <c:v>362.09</c:v>
                </c:pt>
                <c:pt idx="17">
                  <c:v>407.86</c:v>
                </c:pt>
                <c:pt idx="18">
                  <c:v>471.26</c:v>
                </c:pt>
                <c:pt idx="19">
                  <c:v>404.2</c:v>
                </c:pt>
                <c:pt idx="20">
                  <c:v>377.07</c:v>
                </c:pt>
                <c:pt idx="21">
                  <c:v>411.86</c:v>
                </c:pt>
                <c:pt idx="22">
                  <c:v>386.2</c:v>
                </c:pt>
                <c:pt idx="23">
                  <c:v>347.25</c:v>
                </c:pt>
                <c:pt idx="24">
                  <c:v>405</c:v>
                </c:pt>
                <c:pt idx="25">
                  <c:v>383.81</c:v>
                </c:pt>
                <c:pt idx="26">
                  <c:v>363.54</c:v>
                </c:pt>
                <c:pt idx="27">
                  <c:v>373.92</c:v>
                </c:pt>
                <c:pt idx="28">
                  <c:v>317.45999999999998</c:v>
                </c:pt>
                <c:pt idx="29">
                  <c:v>188.69</c:v>
                </c:pt>
                <c:pt idx="30">
                  <c:v>172.88</c:v>
                </c:pt>
                <c:pt idx="31">
                  <c:v>147.77000000000001</c:v>
                </c:pt>
                <c:pt idx="32">
                  <c:v>176.49</c:v>
                </c:pt>
                <c:pt idx="33">
                  <c:v>129.87</c:v>
                </c:pt>
                <c:pt idx="34">
                  <c:v>161.69999999999999</c:v>
                </c:pt>
                <c:pt idx="35">
                  <c:v>117.2</c:v>
                </c:pt>
                <c:pt idx="36">
                  <c:v>148.25</c:v>
                </c:pt>
                <c:pt idx="37">
                  <c:v>138.79</c:v>
                </c:pt>
                <c:pt idx="38">
                  <c:v>143.37</c:v>
                </c:pt>
                <c:pt idx="39">
                  <c:v>134.84</c:v>
                </c:pt>
                <c:pt idx="40">
                  <c:v>136.21</c:v>
                </c:pt>
                <c:pt idx="41">
                  <c:v>146.72</c:v>
                </c:pt>
                <c:pt idx="42">
                  <c:v>150.97</c:v>
                </c:pt>
                <c:pt idx="43">
                  <c:v>125.08</c:v>
                </c:pt>
                <c:pt idx="44">
                  <c:v>151.51</c:v>
                </c:pt>
                <c:pt idx="45">
                  <c:v>152.28</c:v>
                </c:pt>
                <c:pt idx="46">
                  <c:v>137.07</c:v>
                </c:pt>
                <c:pt idx="47">
                  <c:v>134.08000000000001</c:v>
                </c:pt>
                <c:pt idx="48">
                  <c:v>123.8</c:v>
                </c:pt>
                <c:pt idx="49">
                  <c:v>136.24</c:v>
                </c:pt>
                <c:pt idx="50">
                  <c:v>154.71</c:v>
                </c:pt>
                <c:pt idx="51">
                  <c:v>123.88</c:v>
                </c:pt>
                <c:pt idx="52">
                  <c:v>145.19999999999999</c:v>
                </c:pt>
                <c:pt idx="53">
                  <c:v>121.71</c:v>
                </c:pt>
                <c:pt idx="54">
                  <c:v>154.9</c:v>
                </c:pt>
                <c:pt idx="55">
                  <c:v>129.38999999999999</c:v>
                </c:pt>
                <c:pt idx="56">
                  <c:v>141.04</c:v>
                </c:pt>
                <c:pt idx="57">
                  <c:v>111.7</c:v>
                </c:pt>
                <c:pt idx="58">
                  <c:v>79.16</c:v>
                </c:pt>
                <c:pt idx="59">
                  <c:v>85.42</c:v>
                </c:pt>
                <c:pt idx="60">
                  <c:v>88.61</c:v>
                </c:pt>
                <c:pt idx="61">
                  <c:v>73.37</c:v>
                </c:pt>
                <c:pt idx="62">
                  <c:v>69.349999999999994</c:v>
                </c:pt>
                <c:pt idx="63">
                  <c:v>57.75</c:v>
                </c:pt>
                <c:pt idx="64">
                  <c:v>83.84</c:v>
                </c:pt>
                <c:pt idx="65">
                  <c:v>75.25</c:v>
                </c:pt>
                <c:pt idx="66">
                  <c:v>75.89</c:v>
                </c:pt>
                <c:pt idx="67">
                  <c:v>72.17</c:v>
                </c:pt>
                <c:pt idx="68">
                  <c:v>59.91</c:v>
                </c:pt>
                <c:pt idx="69">
                  <c:v>62.74</c:v>
                </c:pt>
                <c:pt idx="70">
                  <c:v>70.739999999999995</c:v>
                </c:pt>
                <c:pt idx="71">
                  <c:v>59.01</c:v>
                </c:pt>
                <c:pt idx="72">
                  <c:v>58.78</c:v>
                </c:pt>
                <c:pt idx="73">
                  <c:v>64.569999999999993</c:v>
                </c:pt>
                <c:pt idx="74">
                  <c:v>66.39</c:v>
                </c:pt>
                <c:pt idx="75">
                  <c:v>61.76</c:v>
                </c:pt>
                <c:pt idx="76">
                  <c:v>71.319999999999993</c:v>
                </c:pt>
                <c:pt idx="77">
                  <c:v>54.08</c:v>
                </c:pt>
                <c:pt idx="78">
                  <c:v>58.3</c:v>
                </c:pt>
                <c:pt idx="79">
                  <c:v>79.66</c:v>
                </c:pt>
                <c:pt idx="80">
                  <c:v>67.36</c:v>
                </c:pt>
                <c:pt idx="81">
                  <c:v>73.8</c:v>
                </c:pt>
                <c:pt idx="82">
                  <c:v>72.930000000000007</c:v>
                </c:pt>
                <c:pt idx="83">
                  <c:v>64.349999999999994</c:v>
                </c:pt>
                <c:pt idx="84">
                  <c:v>76.34</c:v>
                </c:pt>
                <c:pt idx="85">
                  <c:v>65.63</c:v>
                </c:pt>
                <c:pt idx="86">
                  <c:v>75.510000000000005</c:v>
                </c:pt>
                <c:pt idx="87">
                  <c:v>66.95</c:v>
                </c:pt>
                <c:pt idx="88">
                  <c:v>46.09</c:v>
                </c:pt>
                <c:pt idx="89">
                  <c:v>50.03</c:v>
                </c:pt>
                <c:pt idx="90">
                  <c:v>35.909999999999997</c:v>
                </c:pt>
                <c:pt idx="91">
                  <c:v>35.799999999999997</c:v>
                </c:pt>
                <c:pt idx="92">
                  <c:v>42.96</c:v>
                </c:pt>
                <c:pt idx="93">
                  <c:v>45.24</c:v>
                </c:pt>
                <c:pt idx="94">
                  <c:v>38.700000000000003</c:v>
                </c:pt>
                <c:pt idx="95">
                  <c:v>46.75</c:v>
                </c:pt>
                <c:pt idx="96">
                  <c:v>46.72</c:v>
                </c:pt>
                <c:pt idx="97">
                  <c:v>53.06</c:v>
                </c:pt>
                <c:pt idx="98">
                  <c:v>31.76</c:v>
                </c:pt>
                <c:pt idx="99">
                  <c:v>35.92</c:v>
                </c:pt>
                <c:pt idx="100">
                  <c:v>50.53</c:v>
                </c:pt>
                <c:pt idx="101">
                  <c:v>37.549999999999997</c:v>
                </c:pt>
                <c:pt idx="102">
                  <c:v>43.38</c:v>
                </c:pt>
                <c:pt idx="103">
                  <c:v>39.67</c:v>
                </c:pt>
                <c:pt idx="104">
                  <c:v>43.6</c:v>
                </c:pt>
                <c:pt idx="105">
                  <c:v>32.950000000000003</c:v>
                </c:pt>
                <c:pt idx="106">
                  <c:v>42.21</c:v>
                </c:pt>
                <c:pt idx="107">
                  <c:v>47.12</c:v>
                </c:pt>
                <c:pt idx="108">
                  <c:v>45.87</c:v>
                </c:pt>
                <c:pt idx="109">
                  <c:v>36.450000000000003</c:v>
                </c:pt>
                <c:pt idx="110">
                  <c:v>60.32</c:v>
                </c:pt>
                <c:pt idx="111">
                  <c:v>43.36</c:v>
                </c:pt>
                <c:pt idx="112">
                  <c:v>38.71</c:v>
                </c:pt>
                <c:pt idx="113">
                  <c:v>36.11</c:v>
                </c:pt>
                <c:pt idx="114">
                  <c:v>40.94</c:v>
                </c:pt>
                <c:pt idx="115">
                  <c:v>37.33</c:v>
                </c:pt>
                <c:pt idx="116">
                  <c:v>43.07</c:v>
                </c:pt>
                <c:pt idx="117">
                  <c:v>30.96</c:v>
                </c:pt>
                <c:pt idx="118">
                  <c:v>45.3</c:v>
                </c:pt>
                <c:pt idx="119">
                  <c:v>36.43</c:v>
                </c:pt>
                <c:pt idx="120">
                  <c:v>53</c:v>
                </c:pt>
                <c:pt idx="121">
                  <c:v>25.59</c:v>
                </c:pt>
                <c:pt idx="122">
                  <c:v>42.21</c:v>
                </c:pt>
                <c:pt idx="123">
                  <c:v>29.86</c:v>
                </c:pt>
                <c:pt idx="124">
                  <c:v>34.53</c:v>
                </c:pt>
                <c:pt idx="125">
                  <c:v>34.44</c:v>
                </c:pt>
                <c:pt idx="126">
                  <c:v>35.4</c:v>
                </c:pt>
                <c:pt idx="127">
                  <c:v>31.05</c:v>
                </c:pt>
                <c:pt idx="128">
                  <c:v>30.71</c:v>
                </c:pt>
                <c:pt idx="129">
                  <c:v>36.54</c:v>
                </c:pt>
                <c:pt idx="130">
                  <c:v>39.28</c:v>
                </c:pt>
                <c:pt idx="131">
                  <c:v>41.75</c:v>
                </c:pt>
                <c:pt idx="132">
                  <c:v>37.07</c:v>
                </c:pt>
                <c:pt idx="133">
                  <c:v>37.229999999999997</c:v>
                </c:pt>
                <c:pt idx="134">
                  <c:v>33.950000000000003</c:v>
                </c:pt>
                <c:pt idx="135">
                  <c:v>35.53</c:v>
                </c:pt>
                <c:pt idx="136">
                  <c:v>34.74</c:v>
                </c:pt>
                <c:pt idx="137">
                  <c:v>48.18</c:v>
                </c:pt>
                <c:pt idx="138">
                  <c:v>43.31</c:v>
                </c:pt>
                <c:pt idx="139">
                  <c:v>33.46</c:v>
                </c:pt>
                <c:pt idx="140">
                  <c:v>32.35</c:v>
                </c:pt>
                <c:pt idx="141">
                  <c:v>35.51</c:v>
                </c:pt>
                <c:pt idx="142">
                  <c:v>36.22</c:v>
                </c:pt>
                <c:pt idx="143">
                  <c:v>36.130000000000003</c:v>
                </c:pt>
                <c:pt idx="144">
                  <c:v>41.19</c:v>
                </c:pt>
                <c:pt idx="145">
                  <c:v>25.69</c:v>
                </c:pt>
                <c:pt idx="146">
                  <c:v>34.11</c:v>
                </c:pt>
                <c:pt idx="147">
                  <c:v>37.51</c:v>
                </c:pt>
                <c:pt idx="148">
                  <c:v>38.380000000000003</c:v>
                </c:pt>
                <c:pt idx="149">
                  <c:v>33.71</c:v>
                </c:pt>
                <c:pt idx="150">
                  <c:v>34.99</c:v>
                </c:pt>
                <c:pt idx="151">
                  <c:v>29.3</c:v>
                </c:pt>
                <c:pt idx="152">
                  <c:v>31.41</c:v>
                </c:pt>
                <c:pt idx="153">
                  <c:v>26.23</c:v>
                </c:pt>
                <c:pt idx="154">
                  <c:v>24.23</c:v>
                </c:pt>
                <c:pt idx="155">
                  <c:v>23.64</c:v>
                </c:pt>
                <c:pt idx="156">
                  <c:v>18.88</c:v>
                </c:pt>
                <c:pt idx="157">
                  <c:v>41.88</c:v>
                </c:pt>
                <c:pt idx="158">
                  <c:v>23.53</c:v>
                </c:pt>
                <c:pt idx="159">
                  <c:v>45.25</c:v>
                </c:pt>
                <c:pt idx="160">
                  <c:v>32.07</c:v>
                </c:pt>
                <c:pt idx="161">
                  <c:v>25.79</c:v>
                </c:pt>
                <c:pt idx="162">
                  <c:v>29.01</c:v>
                </c:pt>
                <c:pt idx="163">
                  <c:v>29.27</c:v>
                </c:pt>
                <c:pt idx="164">
                  <c:v>27.15</c:v>
                </c:pt>
                <c:pt idx="165">
                  <c:v>27.92</c:v>
                </c:pt>
                <c:pt idx="166">
                  <c:v>23.98</c:v>
                </c:pt>
                <c:pt idx="167">
                  <c:v>21.28</c:v>
                </c:pt>
                <c:pt idx="168">
                  <c:v>24.44</c:v>
                </c:pt>
                <c:pt idx="169">
                  <c:v>30.67</c:v>
                </c:pt>
                <c:pt idx="170">
                  <c:v>34.18</c:v>
                </c:pt>
                <c:pt idx="171">
                  <c:v>27.2</c:v>
                </c:pt>
                <c:pt idx="172">
                  <c:v>24.89</c:v>
                </c:pt>
                <c:pt idx="173">
                  <c:v>26.95</c:v>
                </c:pt>
                <c:pt idx="174">
                  <c:v>39.909999999999997</c:v>
                </c:pt>
                <c:pt idx="175">
                  <c:v>22.19</c:v>
                </c:pt>
                <c:pt idx="176">
                  <c:v>28.02</c:v>
                </c:pt>
                <c:pt idx="177">
                  <c:v>40.380000000000003</c:v>
                </c:pt>
                <c:pt idx="178">
                  <c:v>28.11</c:v>
                </c:pt>
                <c:pt idx="179">
                  <c:v>27.13</c:v>
                </c:pt>
                <c:pt idx="180">
                  <c:v>27.66</c:v>
                </c:pt>
                <c:pt idx="181">
                  <c:v>19.54</c:v>
                </c:pt>
                <c:pt idx="182">
                  <c:v>27.15</c:v>
                </c:pt>
                <c:pt idx="183">
                  <c:v>25.62</c:v>
                </c:pt>
                <c:pt idx="184">
                  <c:v>36.93</c:v>
                </c:pt>
                <c:pt idx="185">
                  <c:v>21.27</c:v>
                </c:pt>
                <c:pt idx="186">
                  <c:v>29.82</c:v>
                </c:pt>
                <c:pt idx="187">
                  <c:v>26.49</c:v>
                </c:pt>
                <c:pt idx="188">
                  <c:v>19.23</c:v>
                </c:pt>
                <c:pt idx="189">
                  <c:v>38.9</c:v>
                </c:pt>
                <c:pt idx="190">
                  <c:v>37.58</c:v>
                </c:pt>
                <c:pt idx="191">
                  <c:v>21.99</c:v>
                </c:pt>
                <c:pt idx="192">
                  <c:v>27.61</c:v>
                </c:pt>
                <c:pt idx="193">
                  <c:v>27.78</c:v>
                </c:pt>
                <c:pt idx="194">
                  <c:v>37.56</c:v>
                </c:pt>
                <c:pt idx="195">
                  <c:v>27</c:v>
                </c:pt>
                <c:pt idx="196">
                  <c:v>19.68</c:v>
                </c:pt>
                <c:pt idx="197">
                  <c:v>35.72</c:v>
                </c:pt>
                <c:pt idx="198">
                  <c:v>21.62</c:v>
                </c:pt>
                <c:pt idx="199">
                  <c:v>32.880000000000003</c:v>
                </c:pt>
                <c:pt idx="200">
                  <c:v>20.079999999999998</c:v>
                </c:pt>
                <c:pt idx="201">
                  <c:v>24.16</c:v>
                </c:pt>
                <c:pt idx="202">
                  <c:v>23.04</c:v>
                </c:pt>
                <c:pt idx="203">
                  <c:v>23.46</c:v>
                </c:pt>
                <c:pt idx="204">
                  <c:v>25.99</c:v>
                </c:pt>
                <c:pt idx="205">
                  <c:v>21.54</c:v>
                </c:pt>
                <c:pt idx="206">
                  <c:v>28.55</c:v>
                </c:pt>
                <c:pt idx="207">
                  <c:v>19.45</c:v>
                </c:pt>
                <c:pt idx="208">
                  <c:v>22.1</c:v>
                </c:pt>
                <c:pt idx="209">
                  <c:v>31.4</c:v>
                </c:pt>
                <c:pt idx="210">
                  <c:v>24.14</c:v>
                </c:pt>
                <c:pt idx="211">
                  <c:v>36.479999999999997</c:v>
                </c:pt>
                <c:pt idx="212">
                  <c:v>27.83</c:v>
                </c:pt>
                <c:pt idx="213">
                  <c:v>23.21</c:v>
                </c:pt>
                <c:pt idx="214">
                  <c:v>24.69</c:v>
                </c:pt>
                <c:pt idx="215">
                  <c:v>22.01</c:v>
                </c:pt>
                <c:pt idx="216">
                  <c:v>27.76</c:v>
                </c:pt>
                <c:pt idx="217">
                  <c:v>31.21</c:v>
                </c:pt>
                <c:pt idx="218">
                  <c:v>27.93</c:v>
                </c:pt>
                <c:pt idx="219">
                  <c:v>24.43</c:v>
                </c:pt>
                <c:pt idx="220">
                  <c:v>43.54</c:v>
                </c:pt>
                <c:pt idx="221">
                  <c:v>19.61</c:v>
                </c:pt>
                <c:pt idx="222">
                  <c:v>33.340000000000003</c:v>
                </c:pt>
                <c:pt idx="223">
                  <c:v>18.21</c:v>
                </c:pt>
                <c:pt idx="224">
                  <c:v>22.43</c:v>
                </c:pt>
                <c:pt idx="225">
                  <c:v>21.94</c:v>
                </c:pt>
                <c:pt idx="226">
                  <c:v>25.91</c:v>
                </c:pt>
                <c:pt idx="227">
                  <c:v>21.07</c:v>
                </c:pt>
                <c:pt idx="228">
                  <c:v>17.86</c:v>
                </c:pt>
                <c:pt idx="229">
                  <c:v>19.489999999999998</c:v>
                </c:pt>
                <c:pt idx="230">
                  <c:v>20.69</c:v>
                </c:pt>
                <c:pt idx="231">
                  <c:v>26.74</c:v>
                </c:pt>
                <c:pt idx="232">
                  <c:v>21.69</c:v>
                </c:pt>
                <c:pt idx="233">
                  <c:v>27.49</c:v>
                </c:pt>
                <c:pt idx="234">
                  <c:v>17.32</c:v>
                </c:pt>
                <c:pt idx="235">
                  <c:v>25.31</c:v>
                </c:pt>
                <c:pt idx="236">
                  <c:v>17.93</c:v>
                </c:pt>
                <c:pt idx="237">
                  <c:v>16.510000000000002</c:v>
                </c:pt>
                <c:pt idx="238">
                  <c:v>20.62</c:v>
                </c:pt>
                <c:pt idx="239">
                  <c:v>27.04</c:v>
                </c:pt>
                <c:pt idx="240">
                  <c:v>15.5</c:v>
                </c:pt>
                <c:pt idx="241">
                  <c:v>27.37</c:v>
                </c:pt>
                <c:pt idx="242">
                  <c:v>38.31</c:v>
                </c:pt>
                <c:pt idx="243">
                  <c:v>16.78</c:v>
                </c:pt>
                <c:pt idx="244">
                  <c:v>26.79</c:v>
                </c:pt>
                <c:pt idx="245">
                  <c:v>23.64</c:v>
                </c:pt>
                <c:pt idx="246">
                  <c:v>22.97</c:v>
                </c:pt>
                <c:pt idx="247">
                  <c:v>21.27</c:v>
                </c:pt>
                <c:pt idx="248">
                  <c:v>22.16</c:v>
                </c:pt>
                <c:pt idx="249">
                  <c:v>33.33</c:v>
                </c:pt>
                <c:pt idx="250">
                  <c:v>21.05</c:v>
                </c:pt>
                <c:pt idx="251">
                  <c:v>36.729999999999997</c:v>
                </c:pt>
                <c:pt idx="252">
                  <c:v>23.22</c:v>
                </c:pt>
                <c:pt idx="253">
                  <c:v>52.58</c:v>
                </c:pt>
                <c:pt idx="254">
                  <c:v>22.82</c:v>
                </c:pt>
                <c:pt idx="255">
                  <c:v>26.08</c:v>
                </c:pt>
                <c:pt idx="256">
                  <c:v>19.82</c:v>
                </c:pt>
                <c:pt idx="257">
                  <c:v>21.07</c:v>
                </c:pt>
                <c:pt idx="258">
                  <c:v>15.38</c:v>
                </c:pt>
                <c:pt idx="259">
                  <c:v>25.46</c:v>
                </c:pt>
                <c:pt idx="260">
                  <c:v>27.74</c:v>
                </c:pt>
                <c:pt idx="261">
                  <c:v>24.38</c:v>
                </c:pt>
                <c:pt idx="262">
                  <c:v>28.41</c:v>
                </c:pt>
                <c:pt idx="263">
                  <c:v>17.399999999999999</c:v>
                </c:pt>
                <c:pt idx="264">
                  <c:v>17.02</c:v>
                </c:pt>
                <c:pt idx="265">
                  <c:v>17.77</c:v>
                </c:pt>
                <c:pt idx="266">
                  <c:v>27.49</c:v>
                </c:pt>
                <c:pt idx="267">
                  <c:v>24.74</c:v>
                </c:pt>
                <c:pt idx="268">
                  <c:v>17.5</c:v>
                </c:pt>
                <c:pt idx="269">
                  <c:v>21.05</c:v>
                </c:pt>
                <c:pt idx="270">
                  <c:v>21.94</c:v>
                </c:pt>
                <c:pt idx="271">
                  <c:v>16.46</c:v>
                </c:pt>
                <c:pt idx="272">
                  <c:v>20.399999999999999</c:v>
                </c:pt>
                <c:pt idx="273">
                  <c:v>28.69</c:v>
                </c:pt>
                <c:pt idx="274">
                  <c:v>15.8</c:v>
                </c:pt>
                <c:pt idx="275">
                  <c:v>27.38</c:v>
                </c:pt>
                <c:pt idx="276">
                  <c:v>22.95</c:v>
                </c:pt>
                <c:pt idx="277">
                  <c:v>21.98</c:v>
                </c:pt>
                <c:pt idx="278">
                  <c:v>23.15</c:v>
                </c:pt>
                <c:pt idx="279">
                  <c:v>29.87</c:v>
                </c:pt>
                <c:pt idx="280">
                  <c:v>26.45</c:v>
                </c:pt>
                <c:pt idx="281">
                  <c:v>21.75</c:v>
                </c:pt>
                <c:pt idx="282">
                  <c:v>26.99</c:v>
                </c:pt>
                <c:pt idx="283">
                  <c:v>16.52</c:v>
                </c:pt>
                <c:pt idx="284">
                  <c:v>35.61</c:v>
                </c:pt>
                <c:pt idx="285">
                  <c:v>24.65</c:v>
                </c:pt>
                <c:pt idx="286">
                  <c:v>17.39</c:v>
                </c:pt>
                <c:pt idx="287">
                  <c:v>14.67</c:v>
                </c:pt>
                <c:pt idx="288">
                  <c:v>17.64</c:v>
                </c:pt>
                <c:pt idx="289">
                  <c:v>15.09</c:v>
                </c:pt>
                <c:pt idx="290">
                  <c:v>23.82</c:v>
                </c:pt>
                <c:pt idx="291">
                  <c:v>26.97</c:v>
                </c:pt>
                <c:pt idx="292">
                  <c:v>22.89</c:v>
                </c:pt>
                <c:pt idx="293">
                  <c:v>22.57</c:v>
                </c:pt>
                <c:pt idx="294">
                  <c:v>27.33</c:v>
                </c:pt>
                <c:pt idx="295">
                  <c:v>22.64</c:v>
                </c:pt>
                <c:pt idx="296">
                  <c:v>19.13</c:v>
                </c:pt>
                <c:pt idx="297">
                  <c:v>19.66</c:v>
                </c:pt>
                <c:pt idx="298">
                  <c:v>22.49</c:v>
                </c:pt>
                <c:pt idx="299">
                  <c:v>23.52</c:v>
                </c:pt>
                <c:pt idx="300">
                  <c:v>24.65</c:v>
                </c:pt>
                <c:pt idx="301">
                  <c:v>18.5</c:v>
                </c:pt>
                <c:pt idx="302">
                  <c:v>19.61</c:v>
                </c:pt>
                <c:pt idx="303">
                  <c:v>11.37</c:v>
                </c:pt>
                <c:pt idx="304">
                  <c:v>20.55</c:v>
                </c:pt>
                <c:pt idx="305">
                  <c:v>22.3</c:v>
                </c:pt>
                <c:pt idx="306">
                  <c:v>18.59</c:v>
                </c:pt>
                <c:pt idx="307">
                  <c:v>27.89</c:v>
                </c:pt>
                <c:pt idx="308">
                  <c:v>25.49</c:v>
                </c:pt>
                <c:pt idx="309">
                  <c:v>19.989999999999998</c:v>
                </c:pt>
                <c:pt idx="310">
                  <c:v>11.24</c:v>
                </c:pt>
                <c:pt idx="311">
                  <c:v>22.88</c:v>
                </c:pt>
                <c:pt idx="312">
                  <c:v>17.95</c:v>
                </c:pt>
                <c:pt idx="313">
                  <c:v>25.55</c:v>
                </c:pt>
                <c:pt idx="314">
                  <c:v>28.38</c:v>
                </c:pt>
                <c:pt idx="315">
                  <c:v>18.48</c:v>
                </c:pt>
                <c:pt idx="316">
                  <c:v>12.91</c:v>
                </c:pt>
                <c:pt idx="317">
                  <c:v>29.93</c:v>
                </c:pt>
                <c:pt idx="318">
                  <c:v>27.72</c:v>
                </c:pt>
                <c:pt idx="319">
                  <c:v>35.08</c:v>
                </c:pt>
                <c:pt idx="320">
                  <c:v>20.69</c:v>
                </c:pt>
                <c:pt idx="321">
                  <c:v>22.58</c:v>
                </c:pt>
                <c:pt idx="322">
                  <c:v>29.45</c:v>
                </c:pt>
                <c:pt idx="323">
                  <c:v>21.23</c:v>
                </c:pt>
                <c:pt idx="324">
                  <c:v>20</c:v>
                </c:pt>
                <c:pt idx="325">
                  <c:v>22.46</c:v>
                </c:pt>
                <c:pt idx="326">
                  <c:v>18.260000000000002</c:v>
                </c:pt>
                <c:pt idx="327">
                  <c:v>45.78</c:v>
                </c:pt>
                <c:pt idx="328">
                  <c:v>29.05</c:v>
                </c:pt>
                <c:pt idx="329">
                  <c:v>18.600000000000001</c:v>
                </c:pt>
                <c:pt idx="330">
                  <c:v>20.95</c:v>
                </c:pt>
                <c:pt idx="331">
                  <c:v>15.38</c:v>
                </c:pt>
                <c:pt idx="332">
                  <c:v>12.72</c:v>
                </c:pt>
                <c:pt idx="333">
                  <c:v>35.28</c:v>
                </c:pt>
                <c:pt idx="334">
                  <c:v>18.899999999999999</c:v>
                </c:pt>
                <c:pt idx="335">
                  <c:v>26.66</c:v>
                </c:pt>
                <c:pt idx="336">
                  <c:v>18.52</c:v>
                </c:pt>
                <c:pt idx="337">
                  <c:v>57.6</c:v>
                </c:pt>
                <c:pt idx="338">
                  <c:v>22.89</c:v>
                </c:pt>
                <c:pt idx="339">
                  <c:v>23.09</c:v>
                </c:pt>
                <c:pt idx="340">
                  <c:v>19.04</c:v>
                </c:pt>
                <c:pt idx="341">
                  <c:v>19.75</c:v>
                </c:pt>
                <c:pt idx="342">
                  <c:v>20.2</c:v>
                </c:pt>
                <c:pt idx="343">
                  <c:v>23.43</c:v>
                </c:pt>
                <c:pt idx="344">
                  <c:v>17.62</c:v>
                </c:pt>
                <c:pt idx="345">
                  <c:v>18.78</c:v>
                </c:pt>
                <c:pt idx="346">
                  <c:v>20.350000000000001</c:v>
                </c:pt>
                <c:pt idx="347">
                  <c:v>20.57</c:v>
                </c:pt>
                <c:pt idx="348">
                  <c:v>23.62</c:v>
                </c:pt>
                <c:pt idx="349">
                  <c:v>30.39</c:v>
                </c:pt>
                <c:pt idx="350">
                  <c:v>32.369999999999997</c:v>
                </c:pt>
                <c:pt idx="351">
                  <c:v>26.63</c:v>
                </c:pt>
                <c:pt idx="352">
                  <c:v>18.190000000000001</c:v>
                </c:pt>
                <c:pt idx="353">
                  <c:v>18.62</c:v>
                </c:pt>
                <c:pt idx="354">
                  <c:v>20.64</c:v>
                </c:pt>
                <c:pt idx="355">
                  <c:v>17.149999999999999</c:v>
                </c:pt>
                <c:pt idx="356">
                  <c:v>53.45</c:v>
                </c:pt>
                <c:pt idx="357">
                  <c:v>22.5</c:v>
                </c:pt>
                <c:pt idx="358">
                  <c:v>44.54</c:v>
                </c:pt>
                <c:pt idx="359">
                  <c:v>21.18</c:v>
                </c:pt>
                <c:pt idx="360">
                  <c:v>16.89</c:v>
                </c:pt>
                <c:pt idx="361">
                  <c:v>23.06</c:v>
                </c:pt>
                <c:pt idx="362">
                  <c:v>24.07</c:v>
                </c:pt>
                <c:pt idx="363">
                  <c:v>22.91</c:v>
                </c:pt>
                <c:pt idx="364">
                  <c:v>21.65</c:v>
                </c:pt>
                <c:pt idx="365">
                  <c:v>21.46</c:v>
                </c:pt>
                <c:pt idx="366">
                  <c:v>14.36</c:v>
                </c:pt>
                <c:pt idx="367">
                  <c:v>11.49</c:v>
                </c:pt>
                <c:pt idx="368">
                  <c:v>27.1</c:v>
                </c:pt>
                <c:pt idx="369">
                  <c:v>23.03</c:v>
                </c:pt>
                <c:pt idx="370">
                  <c:v>21.9</c:v>
                </c:pt>
                <c:pt idx="371">
                  <c:v>23.68</c:v>
                </c:pt>
                <c:pt idx="372">
                  <c:v>17.45</c:v>
                </c:pt>
                <c:pt idx="373">
                  <c:v>21</c:v>
                </c:pt>
                <c:pt idx="374">
                  <c:v>32.659999999999997</c:v>
                </c:pt>
                <c:pt idx="375">
                  <c:v>23.06</c:v>
                </c:pt>
                <c:pt idx="376">
                  <c:v>25.35</c:v>
                </c:pt>
                <c:pt idx="377">
                  <c:v>23.07</c:v>
                </c:pt>
                <c:pt idx="378">
                  <c:v>19.649999999999999</c:v>
                </c:pt>
                <c:pt idx="379">
                  <c:v>16.309999999999999</c:v>
                </c:pt>
                <c:pt idx="380">
                  <c:v>23.79</c:v>
                </c:pt>
                <c:pt idx="381">
                  <c:v>17.21</c:v>
                </c:pt>
                <c:pt idx="382">
                  <c:v>24.16</c:v>
                </c:pt>
                <c:pt idx="383">
                  <c:v>14.38</c:v>
                </c:pt>
                <c:pt idx="384">
                  <c:v>41.63</c:v>
                </c:pt>
                <c:pt idx="385">
                  <c:v>23.12</c:v>
                </c:pt>
                <c:pt idx="386">
                  <c:v>27.59</c:v>
                </c:pt>
                <c:pt idx="387">
                  <c:v>23.84</c:v>
                </c:pt>
                <c:pt idx="388">
                  <c:v>17.399999999999999</c:v>
                </c:pt>
                <c:pt idx="389">
                  <c:v>22.04</c:v>
                </c:pt>
                <c:pt idx="390">
                  <c:v>21.73</c:v>
                </c:pt>
                <c:pt idx="391">
                  <c:v>24.46</c:v>
                </c:pt>
                <c:pt idx="392">
                  <c:v>23.81</c:v>
                </c:pt>
                <c:pt idx="393">
                  <c:v>15.66</c:v>
                </c:pt>
                <c:pt idx="394">
                  <c:v>18.45</c:v>
                </c:pt>
                <c:pt idx="395">
                  <c:v>13.73</c:v>
                </c:pt>
                <c:pt idx="396">
                  <c:v>13.93</c:v>
                </c:pt>
                <c:pt idx="397">
                  <c:v>45.04</c:v>
                </c:pt>
                <c:pt idx="398">
                  <c:v>23.15</c:v>
                </c:pt>
                <c:pt idx="399">
                  <c:v>17.11</c:v>
                </c:pt>
                <c:pt idx="400">
                  <c:v>14.06</c:v>
                </c:pt>
                <c:pt idx="401">
                  <c:v>25.75</c:v>
                </c:pt>
                <c:pt idx="402">
                  <c:v>13.88</c:v>
                </c:pt>
                <c:pt idx="403">
                  <c:v>33.200000000000003</c:v>
                </c:pt>
                <c:pt idx="404">
                  <c:v>15.73</c:v>
                </c:pt>
                <c:pt idx="405">
                  <c:v>13.17</c:v>
                </c:pt>
                <c:pt idx="406">
                  <c:v>14.25</c:v>
                </c:pt>
                <c:pt idx="407">
                  <c:v>16.079999999999998</c:v>
                </c:pt>
                <c:pt idx="408">
                  <c:v>85.24</c:v>
                </c:pt>
                <c:pt idx="409">
                  <c:v>21.32</c:v>
                </c:pt>
                <c:pt idx="410">
                  <c:v>17.05</c:v>
                </c:pt>
                <c:pt idx="411">
                  <c:v>20.65</c:v>
                </c:pt>
                <c:pt idx="412">
                  <c:v>14.44</c:v>
                </c:pt>
                <c:pt idx="413">
                  <c:v>46.21</c:v>
                </c:pt>
                <c:pt idx="414">
                  <c:v>20.170000000000002</c:v>
                </c:pt>
                <c:pt idx="415">
                  <c:v>12.28</c:v>
                </c:pt>
                <c:pt idx="416">
                  <c:v>23.38</c:v>
                </c:pt>
                <c:pt idx="417">
                  <c:v>18.7</c:v>
                </c:pt>
                <c:pt idx="418">
                  <c:v>30.99</c:v>
                </c:pt>
                <c:pt idx="419">
                  <c:v>22.32</c:v>
                </c:pt>
                <c:pt idx="420">
                  <c:v>29.84</c:v>
                </c:pt>
                <c:pt idx="421">
                  <c:v>17.28</c:v>
                </c:pt>
                <c:pt idx="422">
                  <c:v>15.43</c:v>
                </c:pt>
                <c:pt idx="423">
                  <c:v>48.92</c:v>
                </c:pt>
                <c:pt idx="424">
                  <c:v>24.82</c:v>
                </c:pt>
                <c:pt idx="425">
                  <c:v>12.84</c:v>
                </c:pt>
                <c:pt idx="426">
                  <c:v>11.07</c:v>
                </c:pt>
                <c:pt idx="427">
                  <c:v>16.559999999999999</c:v>
                </c:pt>
                <c:pt idx="428">
                  <c:v>15.17</c:v>
                </c:pt>
                <c:pt idx="429">
                  <c:v>23.49</c:v>
                </c:pt>
                <c:pt idx="430">
                  <c:v>21.05</c:v>
                </c:pt>
                <c:pt idx="431">
                  <c:v>23.3</c:v>
                </c:pt>
                <c:pt idx="432">
                  <c:v>12.98</c:v>
                </c:pt>
                <c:pt idx="433">
                  <c:v>14.74</c:v>
                </c:pt>
                <c:pt idx="434">
                  <c:v>12.48</c:v>
                </c:pt>
                <c:pt idx="435">
                  <c:v>23.67</c:v>
                </c:pt>
                <c:pt idx="436">
                  <c:v>44.81</c:v>
                </c:pt>
                <c:pt idx="437">
                  <c:v>14.72</c:v>
                </c:pt>
                <c:pt idx="438">
                  <c:v>16.579999999999998</c:v>
                </c:pt>
                <c:pt idx="439">
                  <c:v>12.92</c:v>
                </c:pt>
                <c:pt idx="440">
                  <c:v>13.11</c:v>
                </c:pt>
                <c:pt idx="441">
                  <c:v>17</c:v>
                </c:pt>
                <c:pt idx="442">
                  <c:v>27.61</c:v>
                </c:pt>
                <c:pt idx="443">
                  <c:v>32.89</c:v>
                </c:pt>
                <c:pt idx="444">
                  <c:v>12.91</c:v>
                </c:pt>
                <c:pt idx="445">
                  <c:v>12.98</c:v>
                </c:pt>
                <c:pt idx="446">
                  <c:v>8.76</c:v>
                </c:pt>
                <c:pt idx="447">
                  <c:v>18.670000000000002</c:v>
                </c:pt>
                <c:pt idx="448">
                  <c:v>12.51</c:v>
                </c:pt>
                <c:pt idx="449">
                  <c:v>12.34</c:v>
                </c:pt>
                <c:pt idx="450">
                  <c:v>17.02</c:v>
                </c:pt>
                <c:pt idx="451">
                  <c:v>12.55</c:v>
                </c:pt>
                <c:pt idx="452">
                  <c:v>12.96</c:v>
                </c:pt>
                <c:pt idx="453">
                  <c:v>11.46</c:v>
                </c:pt>
                <c:pt idx="454">
                  <c:v>22.08</c:v>
                </c:pt>
                <c:pt idx="455">
                  <c:v>32.1</c:v>
                </c:pt>
                <c:pt idx="456">
                  <c:v>51.82</c:v>
                </c:pt>
                <c:pt idx="457">
                  <c:v>15.16</c:v>
                </c:pt>
                <c:pt idx="458">
                  <c:v>12.97</c:v>
                </c:pt>
                <c:pt idx="459">
                  <c:v>17.03</c:v>
                </c:pt>
                <c:pt idx="460">
                  <c:v>12.23</c:v>
                </c:pt>
                <c:pt idx="461">
                  <c:v>6.18</c:v>
                </c:pt>
                <c:pt idx="462">
                  <c:v>8.89</c:v>
                </c:pt>
                <c:pt idx="463">
                  <c:v>16.63</c:v>
                </c:pt>
                <c:pt idx="464">
                  <c:v>7.4</c:v>
                </c:pt>
                <c:pt idx="465">
                  <c:v>43.28</c:v>
                </c:pt>
                <c:pt idx="466">
                  <c:v>14.99</c:v>
                </c:pt>
                <c:pt idx="467">
                  <c:v>16.489999999999998</c:v>
                </c:pt>
                <c:pt idx="468">
                  <c:v>15.03</c:v>
                </c:pt>
                <c:pt idx="469">
                  <c:v>14.47</c:v>
                </c:pt>
                <c:pt idx="470">
                  <c:v>19.18</c:v>
                </c:pt>
                <c:pt idx="471">
                  <c:v>17.55</c:v>
                </c:pt>
                <c:pt idx="472">
                  <c:v>11.1</c:v>
                </c:pt>
                <c:pt idx="473">
                  <c:v>16.36</c:v>
                </c:pt>
                <c:pt idx="474">
                  <c:v>11.72</c:v>
                </c:pt>
                <c:pt idx="475">
                  <c:v>18.54</c:v>
                </c:pt>
                <c:pt idx="476">
                  <c:v>14.61</c:v>
                </c:pt>
                <c:pt idx="477">
                  <c:v>16.73</c:v>
                </c:pt>
                <c:pt idx="478">
                  <c:v>19.920000000000002</c:v>
                </c:pt>
                <c:pt idx="479">
                  <c:v>9.0299999999999994</c:v>
                </c:pt>
                <c:pt idx="480">
                  <c:v>59.41</c:v>
                </c:pt>
                <c:pt idx="481">
                  <c:v>34.17</c:v>
                </c:pt>
                <c:pt idx="482">
                  <c:v>24.64</c:v>
                </c:pt>
                <c:pt idx="483">
                  <c:v>18.579999999999998</c:v>
                </c:pt>
                <c:pt idx="484">
                  <c:v>13.93</c:v>
                </c:pt>
                <c:pt idx="485">
                  <c:v>23.45</c:v>
                </c:pt>
                <c:pt idx="486">
                  <c:v>18.190000000000001</c:v>
                </c:pt>
                <c:pt idx="487">
                  <c:v>16.37</c:v>
                </c:pt>
                <c:pt idx="488">
                  <c:v>21.15</c:v>
                </c:pt>
                <c:pt idx="489">
                  <c:v>8.1199999999999992</c:v>
                </c:pt>
                <c:pt idx="490">
                  <c:v>9.32</c:v>
                </c:pt>
                <c:pt idx="491">
                  <c:v>19.36</c:v>
                </c:pt>
                <c:pt idx="492">
                  <c:v>21.16</c:v>
                </c:pt>
                <c:pt idx="493">
                  <c:v>36.26</c:v>
                </c:pt>
                <c:pt idx="494">
                  <c:v>13.7</c:v>
                </c:pt>
                <c:pt idx="495">
                  <c:v>20.77</c:v>
                </c:pt>
                <c:pt idx="496">
                  <c:v>12.93</c:v>
                </c:pt>
                <c:pt idx="497">
                  <c:v>16.239999999999998</c:v>
                </c:pt>
                <c:pt idx="498">
                  <c:v>20.440000000000001</c:v>
                </c:pt>
                <c:pt idx="499">
                  <c:v>19.23</c:v>
                </c:pt>
                <c:pt idx="500">
                  <c:v>19.16</c:v>
                </c:pt>
                <c:pt idx="501">
                  <c:v>13.28</c:v>
                </c:pt>
                <c:pt idx="502">
                  <c:v>18.86</c:v>
                </c:pt>
                <c:pt idx="503">
                  <c:v>6.39</c:v>
                </c:pt>
                <c:pt idx="504">
                  <c:v>14.63</c:v>
                </c:pt>
                <c:pt idx="505">
                  <c:v>12.39</c:v>
                </c:pt>
                <c:pt idx="506">
                  <c:v>18.989999999999998</c:v>
                </c:pt>
                <c:pt idx="507">
                  <c:v>18.399999999999999</c:v>
                </c:pt>
                <c:pt idx="508">
                  <c:v>8.91</c:v>
                </c:pt>
                <c:pt idx="509">
                  <c:v>16.78</c:v>
                </c:pt>
                <c:pt idx="510">
                  <c:v>11.65</c:v>
                </c:pt>
                <c:pt idx="511">
                  <c:v>19.350000000000001</c:v>
                </c:pt>
                <c:pt idx="512">
                  <c:v>15.51</c:v>
                </c:pt>
                <c:pt idx="513">
                  <c:v>18.37</c:v>
                </c:pt>
                <c:pt idx="514">
                  <c:v>17.399999999999999</c:v>
                </c:pt>
                <c:pt idx="515">
                  <c:v>11.22</c:v>
                </c:pt>
                <c:pt idx="516">
                  <c:v>14.99</c:v>
                </c:pt>
                <c:pt idx="517">
                  <c:v>16.239999999999998</c:v>
                </c:pt>
                <c:pt idx="518">
                  <c:v>32.659999999999997</c:v>
                </c:pt>
                <c:pt idx="519">
                  <c:v>33.67</c:v>
                </c:pt>
                <c:pt idx="520">
                  <c:v>8.08</c:v>
                </c:pt>
                <c:pt idx="521">
                  <c:v>14.17</c:v>
                </c:pt>
                <c:pt idx="522">
                  <c:v>15.35</c:v>
                </c:pt>
                <c:pt idx="523">
                  <c:v>19.11</c:v>
                </c:pt>
                <c:pt idx="524">
                  <c:v>8.73</c:v>
                </c:pt>
                <c:pt idx="525">
                  <c:v>75.95</c:v>
                </c:pt>
                <c:pt idx="526">
                  <c:v>14.3</c:v>
                </c:pt>
                <c:pt idx="527">
                  <c:v>22.42</c:v>
                </c:pt>
                <c:pt idx="528">
                  <c:v>113.26</c:v>
                </c:pt>
                <c:pt idx="529">
                  <c:v>12.67</c:v>
                </c:pt>
                <c:pt idx="530">
                  <c:v>12.93</c:v>
                </c:pt>
                <c:pt idx="531">
                  <c:v>15.05</c:v>
                </c:pt>
                <c:pt idx="532">
                  <c:v>16.62</c:v>
                </c:pt>
                <c:pt idx="533">
                  <c:v>15.94</c:v>
                </c:pt>
                <c:pt idx="534">
                  <c:v>90.81</c:v>
                </c:pt>
                <c:pt idx="535">
                  <c:v>30.06</c:v>
                </c:pt>
                <c:pt idx="536">
                  <c:v>12.16</c:v>
                </c:pt>
                <c:pt idx="537">
                  <c:v>21.23</c:v>
                </c:pt>
                <c:pt idx="538">
                  <c:v>23.21</c:v>
                </c:pt>
                <c:pt idx="539">
                  <c:v>14.36</c:v>
                </c:pt>
                <c:pt idx="540">
                  <c:v>8.85</c:v>
                </c:pt>
                <c:pt idx="541">
                  <c:v>23.06</c:v>
                </c:pt>
                <c:pt idx="542">
                  <c:v>8.48</c:v>
                </c:pt>
                <c:pt idx="543">
                  <c:v>9.92</c:v>
                </c:pt>
                <c:pt idx="544">
                  <c:v>19.850000000000001</c:v>
                </c:pt>
                <c:pt idx="545">
                  <c:v>14.98</c:v>
                </c:pt>
                <c:pt idx="546">
                  <c:v>13.23</c:v>
                </c:pt>
                <c:pt idx="547">
                  <c:v>14.69</c:v>
                </c:pt>
                <c:pt idx="548">
                  <c:v>12.95</c:v>
                </c:pt>
                <c:pt idx="549">
                  <c:v>17.329999999999998</c:v>
                </c:pt>
                <c:pt idx="550">
                  <c:v>8.17</c:v>
                </c:pt>
                <c:pt idx="551">
                  <c:v>14.11</c:v>
                </c:pt>
                <c:pt idx="552">
                  <c:v>9.8699999999999992</c:v>
                </c:pt>
                <c:pt idx="553">
                  <c:v>9.8000000000000007</c:v>
                </c:pt>
                <c:pt idx="554">
                  <c:v>16.2</c:v>
                </c:pt>
                <c:pt idx="555">
                  <c:v>12.79</c:v>
                </c:pt>
                <c:pt idx="556">
                  <c:v>17.649999999999999</c:v>
                </c:pt>
                <c:pt idx="557">
                  <c:v>4.58</c:v>
                </c:pt>
                <c:pt idx="558">
                  <c:v>6.96</c:v>
                </c:pt>
                <c:pt idx="559">
                  <c:v>9.2100000000000009</c:v>
                </c:pt>
                <c:pt idx="560">
                  <c:v>10.87</c:v>
                </c:pt>
                <c:pt idx="561">
                  <c:v>7.55</c:v>
                </c:pt>
                <c:pt idx="562">
                  <c:v>16.12</c:v>
                </c:pt>
                <c:pt idx="563">
                  <c:v>10.27</c:v>
                </c:pt>
                <c:pt idx="564">
                  <c:v>9.84</c:v>
                </c:pt>
                <c:pt idx="565">
                  <c:v>13.62</c:v>
                </c:pt>
                <c:pt idx="566">
                  <c:v>12.26</c:v>
                </c:pt>
                <c:pt idx="567">
                  <c:v>10.199999999999999</c:v>
                </c:pt>
                <c:pt idx="568">
                  <c:v>15.78</c:v>
                </c:pt>
                <c:pt idx="569">
                  <c:v>9.5399999999999991</c:v>
                </c:pt>
                <c:pt idx="570">
                  <c:v>12.36</c:v>
                </c:pt>
                <c:pt idx="571">
                  <c:v>12.14</c:v>
                </c:pt>
                <c:pt idx="572">
                  <c:v>19.93</c:v>
                </c:pt>
                <c:pt idx="573">
                  <c:v>7.7</c:v>
                </c:pt>
                <c:pt idx="574">
                  <c:v>20.27</c:v>
                </c:pt>
                <c:pt idx="575">
                  <c:v>17.649999999999999</c:v>
                </c:pt>
                <c:pt idx="576">
                  <c:v>14.3</c:v>
                </c:pt>
                <c:pt idx="577">
                  <c:v>18.57</c:v>
                </c:pt>
                <c:pt idx="578">
                  <c:v>16.23</c:v>
                </c:pt>
                <c:pt idx="579">
                  <c:v>6.8</c:v>
                </c:pt>
                <c:pt idx="580">
                  <c:v>15.49</c:v>
                </c:pt>
                <c:pt idx="581">
                  <c:v>12.63</c:v>
                </c:pt>
                <c:pt idx="582">
                  <c:v>12.3</c:v>
                </c:pt>
                <c:pt idx="583">
                  <c:v>17.97</c:v>
                </c:pt>
                <c:pt idx="584">
                  <c:v>13.32</c:v>
                </c:pt>
                <c:pt idx="585">
                  <c:v>12.8</c:v>
                </c:pt>
                <c:pt idx="586">
                  <c:v>33.840000000000003</c:v>
                </c:pt>
                <c:pt idx="587">
                  <c:v>11.84</c:v>
                </c:pt>
                <c:pt idx="588">
                  <c:v>12.54</c:v>
                </c:pt>
                <c:pt idx="589">
                  <c:v>23.96</c:v>
                </c:pt>
                <c:pt idx="590">
                  <c:v>26.83</c:v>
                </c:pt>
                <c:pt idx="591">
                  <c:v>18.16</c:v>
                </c:pt>
                <c:pt idx="592">
                  <c:v>18.649999999999999</c:v>
                </c:pt>
                <c:pt idx="593">
                  <c:v>19.809999999999999</c:v>
                </c:pt>
                <c:pt idx="594">
                  <c:v>52.98</c:v>
                </c:pt>
                <c:pt idx="595">
                  <c:v>7.24</c:v>
                </c:pt>
                <c:pt idx="596">
                  <c:v>12.61</c:v>
                </c:pt>
                <c:pt idx="597">
                  <c:v>15.75</c:v>
                </c:pt>
                <c:pt idx="598">
                  <c:v>12.26</c:v>
                </c:pt>
                <c:pt idx="599">
                  <c:v>15.96</c:v>
                </c:pt>
                <c:pt idx="600">
                  <c:v>16.190000000000001</c:v>
                </c:pt>
                <c:pt idx="601">
                  <c:v>11.75</c:v>
                </c:pt>
                <c:pt idx="602">
                  <c:v>10.69</c:v>
                </c:pt>
                <c:pt idx="603">
                  <c:v>15.92</c:v>
                </c:pt>
                <c:pt idx="604">
                  <c:v>41.11</c:v>
                </c:pt>
                <c:pt idx="605">
                  <c:v>20.309999999999999</c:v>
                </c:pt>
                <c:pt idx="606">
                  <c:v>28.11</c:v>
                </c:pt>
                <c:pt idx="607">
                  <c:v>21.87</c:v>
                </c:pt>
                <c:pt idx="608">
                  <c:v>26.49</c:v>
                </c:pt>
                <c:pt idx="609">
                  <c:v>16.71</c:v>
                </c:pt>
                <c:pt idx="610">
                  <c:v>13.09</c:v>
                </c:pt>
                <c:pt idx="611">
                  <c:v>18.239999999999998</c:v>
                </c:pt>
                <c:pt idx="612">
                  <c:v>13.8</c:v>
                </c:pt>
                <c:pt idx="613">
                  <c:v>48.6</c:v>
                </c:pt>
                <c:pt idx="614">
                  <c:v>16.45</c:v>
                </c:pt>
                <c:pt idx="615">
                  <c:v>10.02</c:v>
                </c:pt>
                <c:pt idx="616">
                  <c:v>12.88</c:v>
                </c:pt>
                <c:pt idx="617">
                  <c:v>29.29</c:v>
                </c:pt>
                <c:pt idx="618">
                  <c:v>14.17</c:v>
                </c:pt>
                <c:pt idx="619">
                  <c:v>8.31</c:v>
                </c:pt>
                <c:pt idx="620">
                  <c:v>15.1</c:v>
                </c:pt>
                <c:pt idx="621">
                  <c:v>15.07</c:v>
                </c:pt>
                <c:pt idx="622">
                  <c:v>12.85</c:v>
                </c:pt>
                <c:pt idx="623">
                  <c:v>18.38</c:v>
                </c:pt>
                <c:pt idx="624">
                  <c:v>15.36</c:v>
                </c:pt>
                <c:pt idx="625">
                  <c:v>58.82</c:v>
                </c:pt>
                <c:pt idx="626">
                  <c:v>10.88</c:v>
                </c:pt>
                <c:pt idx="627">
                  <c:v>13.63</c:v>
                </c:pt>
                <c:pt idx="628">
                  <c:v>12.63</c:v>
                </c:pt>
                <c:pt idx="629">
                  <c:v>7.64</c:v>
                </c:pt>
                <c:pt idx="630">
                  <c:v>15.71</c:v>
                </c:pt>
                <c:pt idx="631">
                  <c:v>21.04</c:v>
                </c:pt>
                <c:pt idx="632">
                  <c:v>8.7100000000000009</c:v>
                </c:pt>
                <c:pt idx="633">
                  <c:v>19.37</c:v>
                </c:pt>
                <c:pt idx="634">
                  <c:v>8.32</c:v>
                </c:pt>
                <c:pt idx="635">
                  <c:v>10.220000000000001</c:v>
                </c:pt>
                <c:pt idx="636">
                  <c:v>10.5</c:v>
                </c:pt>
                <c:pt idx="637">
                  <c:v>13.91</c:v>
                </c:pt>
                <c:pt idx="638">
                  <c:v>10.06</c:v>
                </c:pt>
                <c:pt idx="639">
                  <c:v>18.62</c:v>
                </c:pt>
                <c:pt idx="640">
                  <c:v>14.22</c:v>
                </c:pt>
                <c:pt idx="641">
                  <c:v>16.89</c:v>
                </c:pt>
                <c:pt idx="642">
                  <c:v>15.56</c:v>
                </c:pt>
                <c:pt idx="643">
                  <c:v>9.6999999999999993</c:v>
                </c:pt>
                <c:pt idx="644">
                  <c:v>17.66</c:v>
                </c:pt>
                <c:pt idx="645">
                  <c:v>6.4</c:v>
                </c:pt>
                <c:pt idx="646">
                  <c:v>15.38</c:v>
                </c:pt>
                <c:pt idx="647">
                  <c:v>10.61</c:v>
                </c:pt>
                <c:pt idx="648">
                  <c:v>23.26</c:v>
                </c:pt>
                <c:pt idx="649">
                  <c:v>9.35</c:v>
                </c:pt>
                <c:pt idx="650">
                  <c:v>6.16</c:v>
                </c:pt>
                <c:pt idx="651">
                  <c:v>14.96</c:v>
                </c:pt>
                <c:pt idx="652">
                  <c:v>20.91</c:v>
                </c:pt>
                <c:pt idx="653">
                  <c:v>8.11</c:v>
                </c:pt>
                <c:pt idx="654">
                  <c:v>10.61</c:v>
                </c:pt>
                <c:pt idx="655">
                  <c:v>9.43</c:v>
                </c:pt>
                <c:pt idx="656">
                  <c:v>21.04</c:v>
                </c:pt>
                <c:pt idx="657">
                  <c:v>11.11</c:v>
                </c:pt>
                <c:pt idx="658">
                  <c:v>40.200000000000003</c:v>
                </c:pt>
                <c:pt idx="659">
                  <c:v>16.739999999999998</c:v>
                </c:pt>
                <c:pt idx="660">
                  <c:v>12.39</c:v>
                </c:pt>
                <c:pt idx="661">
                  <c:v>9.11</c:v>
                </c:pt>
                <c:pt idx="662">
                  <c:v>17.13</c:v>
                </c:pt>
                <c:pt idx="663">
                  <c:v>16.329999999999998</c:v>
                </c:pt>
                <c:pt idx="664">
                  <c:v>23.01</c:v>
                </c:pt>
                <c:pt idx="665">
                  <c:v>12.68</c:v>
                </c:pt>
                <c:pt idx="666">
                  <c:v>13.53</c:v>
                </c:pt>
                <c:pt idx="667">
                  <c:v>137.12</c:v>
                </c:pt>
                <c:pt idx="668">
                  <c:v>9.69</c:v>
                </c:pt>
                <c:pt idx="669">
                  <c:v>34.15</c:v>
                </c:pt>
                <c:pt idx="670">
                  <c:v>16</c:v>
                </c:pt>
                <c:pt idx="671">
                  <c:v>12.11</c:v>
                </c:pt>
                <c:pt idx="672">
                  <c:v>10.35</c:v>
                </c:pt>
                <c:pt idx="673">
                  <c:v>14.02</c:v>
                </c:pt>
                <c:pt idx="674">
                  <c:v>11.38</c:v>
                </c:pt>
                <c:pt idx="675">
                  <c:v>9.43</c:v>
                </c:pt>
                <c:pt idx="676">
                  <c:v>11.18</c:v>
                </c:pt>
                <c:pt idx="677">
                  <c:v>12.28</c:v>
                </c:pt>
                <c:pt idx="678">
                  <c:v>9.41</c:v>
                </c:pt>
                <c:pt idx="679">
                  <c:v>9.34</c:v>
                </c:pt>
                <c:pt idx="680">
                  <c:v>4.6100000000000003</c:v>
                </c:pt>
                <c:pt idx="681">
                  <c:v>18.52</c:v>
                </c:pt>
                <c:pt idx="682">
                  <c:v>15.08</c:v>
                </c:pt>
                <c:pt idx="683">
                  <c:v>16.100000000000001</c:v>
                </c:pt>
                <c:pt idx="684">
                  <c:v>14.32</c:v>
                </c:pt>
                <c:pt idx="685">
                  <c:v>11.83</c:v>
                </c:pt>
                <c:pt idx="686">
                  <c:v>181.67</c:v>
                </c:pt>
                <c:pt idx="687">
                  <c:v>6.16</c:v>
                </c:pt>
                <c:pt idx="688">
                  <c:v>7.47</c:v>
                </c:pt>
                <c:pt idx="689">
                  <c:v>15.33</c:v>
                </c:pt>
                <c:pt idx="690">
                  <c:v>4.12</c:v>
                </c:pt>
                <c:pt idx="691">
                  <c:v>6.18</c:v>
                </c:pt>
                <c:pt idx="692">
                  <c:v>19.16</c:v>
                </c:pt>
                <c:pt idx="693">
                  <c:v>12</c:v>
                </c:pt>
                <c:pt idx="694">
                  <c:v>14.42</c:v>
                </c:pt>
                <c:pt idx="695">
                  <c:v>7.92</c:v>
                </c:pt>
                <c:pt idx="696">
                  <c:v>3.03</c:v>
                </c:pt>
                <c:pt idx="697">
                  <c:v>3.41</c:v>
                </c:pt>
                <c:pt idx="698">
                  <c:v>6.44</c:v>
                </c:pt>
                <c:pt idx="699">
                  <c:v>9.51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26F-460A-B513-E69CEDACE3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7917247"/>
        <c:axId val="1557917727"/>
      </c:scatterChart>
      <c:valAx>
        <c:axId val="1557917247"/>
        <c:scaling>
          <c:orientation val="minMax"/>
          <c:max val="700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57917727"/>
        <c:crosses val="autoZero"/>
        <c:crossBetween val="midCat"/>
        <c:majorUnit val="100"/>
      </c:valAx>
      <c:valAx>
        <c:axId val="1557917727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57917247"/>
        <c:crossesAt val="1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Total</a:t>
            </a:r>
            <a:r>
              <a:rPr lang="en-US" altLang="ko-KR" baseline="0" dirty="0"/>
              <a:t> Accept &amp; Serve episode 100 after train (episode 600~700)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2700" cap="rnd">
              <a:solidFill>
                <a:sysClr val="window" lastClr="FFFFFF">
                  <a:lumMod val="50000"/>
                </a:sysClr>
              </a:solidFill>
              <a:round/>
            </a:ln>
            <a:effectLst/>
          </c:spPr>
          <c:marker>
            <c:symbol val="none"/>
          </c:marker>
          <c:trendline>
            <c:spPr>
              <a:ln w="15875" cap="rnd">
                <a:solidFill>
                  <a:sysClr val="windowText" lastClr="000000">
                    <a:lumMod val="85000"/>
                    <a:lumOff val="15000"/>
                  </a:sysClr>
                </a:solidFill>
                <a:prstDash val="solid"/>
              </a:ln>
              <a:effectLst/>
            </c:spPr>
            <c:trendlineType val="movingAvg"/>
            <c:period val="5"/>
            <c:dispRSqr val="0"/>
            <c:dispEq val="0"/>
          </c:trendline>
          <c:yVal>
            <c:numRef>
              <c:f>episodes_700!$D$601:$D$701</c:f>
              <c:numCache>
                <c:formatCode>General</c:formatCode>
                <c:ptCount val="101"/>
                <c:pt idx="0">
                  <c:v>39</c:v>
                </c:pt>
                <c:pt idx="1">
                  <c:v>41</c:v>
                </c:pt>
                <c:pt idx="2">
                  <c:v>38</c:v>
                </c:pt>
                <c:pt idx="3">
                  <c:v>39</c:v>
                </c:pt>
                <c:pt idx="4">
                  <c:v>40</c:v>
                </c:pt>
                <c:pt idx="5">
                  <c:v>42</c:v>
                </c:pt>
                <c:pt idx="6">
                  <c:v>41</c:v>
                </c:pt>
                <c:pt idx="7">
                  <c:v>44</c:v>
                </c:pt>
                <c:pt idx="8">
                  <c:v>44</c:v>
                </c:pt>
                <c:pt idx="9">
                  <c:v>41</c:v>
                </c:pt>
                <c:pt idx="10">
                  <c:v>47</c:v>
                </c:pt>
                <c:pt idx="11">
                  <c:v>43</c:v>
                </c:pt>
                <c:pt idx="12">
                  <c:v>43</c:v>
                </c:pt>
                <c:pt idx="13">
                  <c:v>41</c:v>
                </c:pt>
                <c:pt idx="14">
                  <c:v>46</c:v>
                </c:pt>
                <c:pt idx="15">
                  <c:v>45</c:v>
                </c:pt>
                <c:pt idx="16">
                  <c:v>44</c:v>
                </c:pt>
                <c:pt idx="17">
                  <c:v>46</c:v>
                </c:pt>
                <c:pt idx="18">
                  <c:v>43</c:v>
                </c:pt>
                <c:pt idx="19">
                  <c:v>53</c:v>
                </c:pt>
                <c:pt idx="20">
                  <c:v>46</c:v>
                </c:pt>
                <c:pt idx="21">
                  <c:v>44</c:v>
                </c:pt>
                <c:pt idx="22">
                  <c:v>45</c:v>
                </c:pt>
                <c:pt idx="23">
                  <c:v>37</c:v>
                </c:pt>
                <c:pt idx="24">
                  <c:v>46</c:v>
                </c:pt>
                <c:pt idx="25">
                  <c:v>52</c:v>
                </c:pt>
                <c:pt idx="26">
                  <c:v>45</c:v>
                </c:pt>
                <c:pt idx="27">
                  <c:v>49</c:v>
                </c:pt>
                <c:pt idx="28">
                  <c:v>45</c:v>
                </c:pt>
                <c:pt idx="29">
                  <c:v>45</c:v>
                </c:pt>
                <c:pt idx="30">
                  <c:v>44</c:v>
                </c:pt>
                <c:pt idx="31">
                  <c:v>43</c:v>
                </c:pt>
                <c:pt idx="32">
                  <c:v>47</c:v>
                </c:pt>
                <c:pt idx="33">
                  <c:v>48</c:v>
                </c:pt>
                <c:pt idx="34">
                  <c:v>47</c:v>
                </c:pt>
                <c:pt idx="35">
                  <c:v>36</c:v>
                </c:pt>
                <c:pt idx="36">
                  <c:v>47</c:v>
                </c:pt>
                <c:pt idx="37">
                  <c:v>41</c:v>
                </c:pt>
                <c:pt idx="38">
                  <c:v>43</c:v>
                </c:pt>
                <c:pt idx="39">
                  <c:v>40</c:v>
                </c:pt>
                <c:pt idx="40">
                  <c:v>42</c:v>
                </c:pt>
                <c:pt idx="41">
                  <c:v>42</c:v>
                </c:pt>
                <c:pt idx="42">
                  <c:v>41</c:v>
                </c:pt>
                <c:pt idx="43">
                  <c:v>46</c:v>
                </c:pt>
                <c:pt idx="44">
                  <c:v>40</c:v>
                </c:pt>
                <c:pt idx="45">
                  <c:v>42</c:v>
                </c:pt>
                <c:pt idx="46">
                  <c:v>39</c:v>
                </c:pt>
                <c:pt idx="47">
                  <c:v>40</c:v>
                </c:pt>
                <c:pt idx="48">
                  <c:v>45</c:v>
                </c:pt>
                <c:pt idx="49">
                  <c:v>45</c:v>
                </c:pt>
                <c:pt idx="50">
                  <c:v>46</c:v>
                </c:pt>
                <c:pt idx="51">
                  <c:v>53</c:v>
                </c:pt>
                <c:pt idx="52">
                  <c:v>45</c:v>
                </c:pt>
                <c:pt idx="53">
                  <c:v>42</c:v>
                </c:pt>
                <c:pt idx="54">
                  <c:v>40</c:v>
                </c:pt>
                <c:pt idx="55">
                  <c:v>45</c:v>
                </c:pt>
                <c:pt idx="56">
                  <c:v>48</c:v>
                </c:pt>
                <c:pt idx="57">
                  <c:v>46</c:v>
                </c:pt>
                <c:pt idx="58">
                  <c:v>43</c:v>
                </c:pt>
                <c:pt idx="59">
                  <c:v>47</c:v>
                </c:pt>
                <c:pt idx="60">
                  <c:v>45</c:v>
                </c:pt>
                <c:pt idx="61">
                  <c:v>44</c:v>
                </c:pt>
                <c:pt idx="62">
                  <c:v>44</c:v>
                </c:pt>
                <c:pt idx="63">
                  <c:v>44</c:v>
                </c:pt>
                <c:pt idx="64">
                  <c:v>46</c:v>
                </c:pt>
                <c:pt idx="65">
                  <c:v>47</c:v>
                </c:pt>
                <c:pt idx="66">
                  <c:v>43</c:v>
                </c:pt>
                <c:pt idx="67">
                  <c:v>45</c:v>
                </c:pt>
                <c:pt idx="68">
                  <c:v>47</c:v>
                </c:pt>
                <c:pt idx="69">
                  <c:v>45</c:v>
                </c:pt>
                <c:pt idx="70">
                  <c:v>42</c:v>
                </c:pt>
                <c:pt idx="71">
                  <c:v>44</c:v>
                </c:pt>
                <c:pt idx="72">
                  <c:v>44</c:v>
                </c:pt>
                <c:pt idx="73">
                  <c:v>42</c:v>
                </c:pt>
                <c:pt idx="74">
                  <c:v>47</c:v>
                </c:pt>
                <c:pt idx="75">
                  <c:v>45</c:v>
                </c:pt>
                <c:pt idx="76">
                  <c:v>41</c:v>
                </c:pt>
                <c:pt idx="77">
                  <c:v>44</c:v>
                </c:pt>
                <c:pt idx="78">
                  <c:v>39</c:v>
                </c:pt>
                <c:pt idx="79">
                  <c:v>47</c:v>
                </c:pt>
                <c:pt idx="80">
                  <c:v>45</c:v>
                </c:pt>
                <c:pt idx="81">
                  <c:v>41</c:v>
                </c:pt>
                <c:pt idx="82">
                  <c:v>40</c:v>
                </c:pt>
                <c:pt idx="83">
                  <c:v>42</c:v>
                </c:pt>
                <c:pt idx="84">
                  <c:v>46</c:v>
                </c:pt>
                <c:pt idx="85">
                  <c:v>44</c:v>
                </c:pt>
                <c:pt idx="86">
                  <c:v>44</c:v>
                </c:pt>
                <c:pt idx="87">
                  <c:v>43</c:v>
                </c:pt>
                <c:pt idx="88">
                  <c:v>44</c:v>
                </c:pt>
                <c:pt idx="89">
                  <c:v>48</c:v>
                </c:pt>
                <c:pt idx="90">
                  <c:v>43</c:v>
                </c:pt>
                <c:pt idx="91">
                  <c:v>42</c:v>
                </c:pt>
                <c:pt idx="92">
                  <c:v>47</c:v>
                </c:pt>
                <c:pt idx="93">
                  <c:v>43</c:v>
                </c:pt>
                <c:pt idx="94">
                  <c:v>39</c:v>
                </c:pt>
                <c:pt idx="95">
                  <c:v>40</c:v>
                </c:pt>
                <c:pt idx="96">
                  <c:v>45</c:v>
                </c:pt>
                <c:pt idx="97">
                  <c:v>41</c:v>
                </c:pt>
                <c:pt idx="98">
                  <c:v>44</c:v>
                </c:pt>
                <c:pt idx="99">
                  <c:v>47</c:v>
                </c:pt>
                <c:pt idx="100">
                  <c:v>53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C3F-418C-AF54-BFC3A139D46A}"/>
            </c:ext>
          </c:extLst>
        </c:ser>
        <c:ser>
          <c:idx val="1"/>
          <c:order val="1"/>
          <c:spPr>
            <a:ln w="12700" cap="rnd">
              <a:solidFill>
                <a:srgbClr val="156082">
                  <a:lumMod val="60000"/>
                  <a:lumOff val="40000"/>
                </a:srgbClr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rgbClr val="0E2841">
                    <a:lumMod val="75000"/>
                    <a:lumOff val="25000"/>
                  </a:srgbClr>
                </a:solidFill>
                <a:prstDash val="solid"/>
              </a:ln>
              <a:effectLst/>
            </c:spPr>
            <c:trendlineType val="movingAvg"/>
            <c:period val="5"/>
            <c:dispRSqr val="0"/>
            <c:dispEq val="0"/>
          </c:trendline>
          <c:yVal>
            <c:numRef>
              <c:f>episodes_700!$E$601:$E$701</c:f>
              <c:numCache>
                <c:formatCode>General</c:formatCode>
                <c:ptCount val="101"/>
                <c:pt idx="0">
                  <c:v>33</c:v>
                </c:pt>
                <c:pt idx="1">
                  <c:v>31</c:v>
                </c:pt>
                <c:pt idx="2">
                  <c:v>35</c:v>
                </c:pt>
                <c:pt idx="3">
                  <c:v>33</c:v>
                </c:pt>
                <c:pt idx="4">
                  <c:v>37</c:v>
                </c:pt>
                <c:pt idx="5">
                  <c:v>36</c:v>
                </c:pt>
                <c:pt idx="6">
                  <c:v>36</c:v>
                </c:pt>
                <c:pt idx="7">
                  <c:v>37</c:v>
                </c:pt>
                <c:pt idx="8">
                  <c:v>36</c:v>
                </c:pt>
                <c:pt idx="9">
                  <c:v>33</c:v>
                </c:pt>
                <c:pt idx="10">
                  <c:v>41</c:v>
                </c:pt>
                <c:pt idx="11">
                  <c:v>36</c:v>
                </c:pt>
                <c:pt idx="12">
                  <c:v>35</c:v>
                </c:pt>
                <c:pt idx="13">
                  <c:v>38</c:v>
                </c:pt>
                <c:pt idx="14">
                  <c:v>40</c:v>
                </c:pt>
                <c:pt idx="15">
                  <c:v>41</c:v>
                </c:pt>
                <c:pt idx="16">
                  <c:v>32</c:v>
                </c:pt>
                <c:pt idx="17">
                  <c:v>39</c:v>
                </c:pt>
                <c:pt idx="18">
                  <c:v>34</c:v>
                </c:pt>
                <c:pt idx="19">
                  <c:v>40</c:v>
                </c:pt>
                <c:pt idx="20">
                  <c:v>37</c:v>
                </c:pt>
                <c:pt idx="21">
                  <c:v>40</c:v>
                </c:pt>
                <c:pt idx="22">
                  <c:v>38</c:v>
                </c:pt>
                <c:pt idx="23">
                  <c:v>35</c:v>
                </c:pt>
                <c:pt idx="24">
                  <c:v>39</c:v>
                </c:pt>
                <c:pt idx="25">
                  <c:v>37</c:v>
                </c:pt>
                <c:pt idx="26">
                  <c:v>38</c:v>
                </c:pt>
                <c:pt idx="27">
                  <c:v>44</c:v>
                </c:pt>
                <c:pt idx="28">
                  <c:v>37</c:v>
                </c:pt>
                <c:pt idx="29">
                  <c:v>40</c:v>
                </c:pt>
                <c:pt idx="30">
                  <c:v>36</c:v>
                </c:pt>
                <c:pt idx="31">
                  <c:v>39</c:v>
                </c:pt>
                <c:pt idx="32">
                  <c:v>36</c:v>
                </c:pt>
                <c:pt idx="33">
                  <c:v>38</c:v>
                </c:pt>
                <c:pt idx="34">
                  <c:v>40</c:v>
                </c:pt>
                <c:pt idx="35">
                  <c:v>33</c:v>
                </c:pt>
                <c:pt idx="36">
                  <c:v>39</c:v>
                </c:pt>
                <c:pt idx="37">
                  <c:v>40</c:v>
                </c:pt>
                <c:pt idx="38">
                  <c:v>33</c:v>
                </c:pt>
                <c:pt idx="39">
                  <c:v>32</c:v>
                </c:pt>
                <c:pt idx="40">
                  <c:v>33</c:v>
                </c:pt>
                <c:pt idx="41">
                  <c:v>40</c:v>
                </c:pt>
                <c:pt idx="42">
                  <c:v>40</c:v>
                </c:pt>
                <c:pt idx="43">
                  <c:v>39</c:v>
                </c:pt>
                <c:pt idx="44">
                  <c:v>33</c:v>
                </c:pt>
                <c:pt idx="45">
                  <c:v>39</c:v>
                </c:pt>
                <c:pt idx="46">
                  <c:v>38</c:v>
                </c:pt>
                <c:pt idx="47">
                  <c:v>37</c:v>
                </c:pt>
                <c:pt idx="48">
                  <c:v>41</c:v>
                </c:pt>
                <c:pt idx="49">
                  <c:v>37</c:v>
                </c:pt>
                <c:pt idx="50">
                  <c:v>34</c:v>
                </c:pt>
                <c:pt idx="51">
                  <c:v>33</c:v>
                </c:pt>
                <c:pt idx="52">
                  <c:v>35</c:v>
                </c:pt>
                <c:pt idx="53">
                  <c:v>37</c:v>
                </c:pt>
                <c:pt idx="54">
                  <c:v>35</c:v>
                </c:pt>
                <c:pt idx="55">
                  <c:v>39</c:v>
                </c:pt>
                <c:pt idx="56">
                  <c:v>43</c:v>
                </c:pt>
                <c:pt idx="57">
                  <c:v>34</c:v>
                </c:pt>
                <c:pt idx="58">
                  <c:v>37</c:v>
                </c:pt>
                <c:pt idx="59">
                  <c:v>30</c:v>
                </c:pt>
                <c:pt idx="60">
                  <c:v>37</c:v>
                </c:pt>
                <c:pt idx="61">
                  <c:v>37</c:v>
                </c:pt>
                <c:pt idx="62">
                  <c:v>36</c:v>
                </c:pt>
                <c:pt idx="63">
                  <c:v>33</c:v>
                </c:pt>
                <c:pt idx="64">
                  <c:v>38</c:v>
                </c:pt>
                <c:pt idx="65">
                  <c:v>39</c:v>
                </c:pt>
                <c:pt idx="66">
                  <c:v>36</c:v>
                </c:pt>
                <c:pt idx="67">
                  <c:v>36</c:v>
                </c:pt>
                <c:pt idx="68">
                  <c:v>38</c:v>
                </c:pt>
                <c:pt idx="69">
                  <c:v>39</c:v>
                </c:pt>
                <c:pt idx="70">
                  <c:v>35</c:v>
                </c:pt>
                <c:pt idx="71">
                  <c:v>40</c:v>
                </c:pt>
                <c:pt idx="72">
                  <c:v>36</c:v>
                </c:pt>
                <c:pt idx="73">
                  <c:v>38</c:v>
                </c:pt>
                <c:pt idx="74">
                  <c:v>38</c:v>
                </c:pt>
                <c:pt idx="75">
                  <c:v>38</c:v>
                </c:pt>
                <c:pt idx="76">
                  <c:v>37</c:v>
                </c:pt>
                <c:pt idx="77">
                  <c:v>39</c:v>
                </c:pt>
                <c:pt idx="78">
                  <c:v>37</c:v>
                </c:pt>
                <c:pt idx="79">
                  <c:v>34</c:v>
                </c:pt>
                <c:pt idx="80">
                  <c:v>30</c:v>
                </c:pt>
                <c:pt idx="81">
                  <c:v>34</c:v>
                </c:pt>
                <c:pt idx="82">
                  <c:v>37</c:v>
                </c:pt>
                <c:pt idx="83">
                  <c:v>34</c:v>
                </c:pt>
                <c:pt idx="84">
                  <c:v>38</c:v>
                </c:pt>
                <c:pt idx="85">
                  <c:v>37</c:v>
                </c:pt>
                <c:pt idx="86">
                  <c:v>39</c:v>
                </c:pt>
                <c:pt idx="87">
                  <c:v>38</c:v>
                </c:pt>
                <c:pt idx="88">
                  <c:v>32</c:v>
                </c:pt>
                <c:pt idx="89">
                  <c:v>37</c:v>
                </c:pt>
                <c:pt idx="90">
                  <c:v>38</c:v>
                </c:pt>
                <c:pt idx="91">
                  <c:v>36</c:v>
                </c:pt>
                <c:pt idx="92">
                  <c:v>36</c:v>
                </c:pt>
                <c:pt idx="93">
                  <c:v>38</c:v>
                </c:pt>
                <c:pt idx="94">
                  <c:v>37</c:v>
                </c:pt>
                <c:pt idx="95">
                  <c:v>32</c:v>
                </c:pt>
                <c:pt idx="96">
                  <c:v>37</c:v>
                </c:pt>
                <c:pt idx="97">
                  <c:v>37</c:v>
                </c:pt>
                <c:pt idx="98">
                  <c:v>38</c:v>
                </c:pt>
                <c:pt idx="99">
                  <c:v>39</c:v>
                </c:pt>
                <c:pt idx="100">
                  <c:v>39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2C3F-418C-AF54-BFC3A139D4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7917247"/>
        <c:axId val="1557917727"/>
      </c:scatterChart>
      <c:valAx>
        <c:axId val="1557917247"/>
        <c:scaling>
          <c:orientation val="minMax"/>
          <c:max val="100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57917727"/>
        <c:crosses val="autoZero"/>
        <c:crossBetween val="midCat"/>
        <c:majorUnit val="10"/>
      </c:valAx>
      <c:valAx>
        <c:axId val="15579177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57917247"/>
        <c:crossesAt val="1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Total Accept &amp; Serve episode 100 after train (episode 600~700)</a:t>
            </a:r>
            <a:endParaRPr lang="ko-KR" altLang="en-US" sz="14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2700" cap="rnd">
              <a:solidFill>
                <a:sysClr val="window" lastClr="FFFFFF">
                  <a:lumMod val="50000"/>
                </a:sysClr>
              </a:solidFill>
              <a:round/>
            </a:ln>
            <a:effectLst/>
          </c:spPr>
          <c:marker>
            <c:symbol val="none"/>
          </c:marker>
          <c:trendline>
            <c:spPr>
              <a:ln w="15875" cap="rnd">
                <a:solidFill>
                  <a:sysClr val="windowText" lastClr="000000">
                    <a:lumMod val="85000"/>
                    <a:lumOff val="15000"/>
                  </a:sysClr>
                </a:solidFill>
                <a:prstDash val="solid"/>
              </a:ln>
              <a:effectLst/>
            </c:spPr>
            <c:trendlineType val="movingAvg"/>
            <c:period val="5"/>
            <c:dispRSqr val="0"/>
            <c:dispEq val="0"/>
          </c:trendline>
          <c:yVal>
            <c:numRef>
              <c:f>episodes_700_cj!$D$601:$D$701</c:f>
              <c:numCache>
                <c:formatCode>General</c:formatCode>
                <c:ptCount val="101"/>
                <c:pt idx="0">
                  <c:v>42</c:v>
                </c:pt>
                <c:pt idx="1">
                  <c:v>45</c:v>
                </c:pt>
                <c:pt idx="2">
                  <c:v>51</c:v>
                </c:pt>
                <c:pt idx="3">
                  <c:v>49</c:v>
                </c:pt>
                <c:pt idx="4">
                  <c:v>38</c:v>
                </c:pt>
                <c:pt idx="5">
                  <c:v>52</c:v>
                </c:pt>
                <c:pt idx="6">
                  <c:v>48</c:v>
                </c:pt>
                <c:pt idx="7">
                  <c:v>45</c:v>
                </c:pt>
                <c:pt idx="8">
                  <c:v>58</c:v>
                </c:pt>
                <c:pt idx="9">
                  <c:v>46</c:v>
                </c:pt>
                <c:pt idx="10">
                  <c:v>46</c:v>
                </c:pt>
                <c:pt idx="11">
                  <c:v>48</c:v>
                </c:pt>
                <c:pt idx="12">
                  <c:v>45</c:v>
                </c:pt>
                <c:pt idx="13">
                  <c:v>52</c:v>
                </c:pt>
                <c:pt idx="14">
                  <c:v>44</c:v>
                </c:pt>
                <c:pt idx="15">
                  <c:v>48</c:v>
                </c:pt>
                <c:pt idx="16">
                  <c:v>49</c:v>
                </c:pt>
                <c:pt idx="17">
                  <c:v>44</c:v>
                </c:pt>
                <c:pt idx="18">
                  <c:v>43</c:v>
                </c:pt>
                <c:pt idx="19">
                  <c:v>47</c:v>
                </c:pt>
                <c:pt idx="20">
                  <c:v>49</c:v>
                </c:pt>
                <c:pt idx="21">
                  <c:v>43</c:v>
                </c:pt>
                <c:pt idx="22">
                  <c:v>48</c:v>
                </c:pt>
                <c:pt idx="23">
                  <c:v>42</c:v>
                </c:pt>
                <c:pt idx="24">
                  <c:v>44</c:v>
                </c:pt>
                <c:pt idx="25">
                  <c:v>44</c:v>
                </c:pt>
                <c:pt idx="26">
                  <c:v>46</c:v>
                </c:pt>
                <c:pt idx="27">
                  <c:v>52</c:v>
                </c:pt>
                <c:pt idx="28">
                  <c:v>49</c:v>
                </c:pt>
                <c:pt idx="29">
                  <c:v>46</c:v>
                </c:pt>
                <c:pt idx="30">
                  <c:v>52</c:v>
                </c:pt>
                <c:pt idx="31">
                  <c:v>46</c:v>
                </c:pt>
                <c:pt idx="32">
                  <c:v>46</c:v>
                </c:pt>
                <c:pt idx="33">
                  <c:v>52</c:v>
                </c:pt>
                <c:pt idx="34">
                  <c:v>51</c:v>
                </c:pt>
                <c:pt idx="35">
                  <c:v>52</c:v>
                </c:pt>
                <c:pt idx="36">
                  <c:v>52</c:v>
                </c:pt>
                <c:pt idx="37">
                  <c:v>47</c:v>
                </c:pt>
                <c:pt idx="38">
                  <c:v>43</c:v>
                </c:pt>
                <c:pt idx="39">
                  <c:v>55</c:v>
                </c:pt>
                <c:pt idx="40">
                  <c:v>54</c:v>
                </c:pt>
                <c:pt idx="41">
                  <c:v>57</c:v>
                </c:pt>
                <c:pt idx="42">
                  <c:v>49</c:v>
                </c:pt>
                <c:pt idx="43">
                  <c:v>48</c:v>
                </c:pt>
                <c:pt idx="44">
                  <c:v>46</c:v>
                </c:pt>
                <c:pt idx="45">
                  <c:v>51</c:v>
                </c:pt>
                <c:pt idx="46">
                  <c:v>54</c:v>
                </c:pt>
                <c:pt idx="47">
                  <c:v>52</c:v>
                </c:pt>
                <c:pt idx="48">
                  <c:v>41</c:v>
                </c:pt>
                <c:pt idx="49">
                  <c:v>52</c:v>
                </c:pt>
                <c:pt idx="50">
                  <c:v>41</c:v>
                </c:pt>
                <c:pt idx="51">
                  <c:v>46</c:v>
                </c:pt>
                <c:pt idx="52">
                  <c:v>42</c:v>
                </c:pt>
                <c:pt idx="53">
                  <c:v>48</c:v>
                </c:pt>
                <c:pt idx="54">
                  <c:v>50</c:v>
                </c:pt>
                <c:pt idx="55">
                  <c:v>43</c:v>
                </c:pt>
                <c:pt idx="56">
                  <c:v>43</c:v>
                </c:pt>
                <c:pt idx="57">
                  <c:v>42</c:v>
                </c:pt>
                <c:pt idx="58">
                  <c:v>43</c:v>
                </c:pt>
                <c:pt idx="59">
                  <c:v>49</c:v>
                </c:pt>
                <c:pt idx="60">
                  <c:v>44</c:v>
                </c:pt>
                <c:pt idx="61">
                  <c:v>41</c:v>
                </c:pt>
                <c:pt idx="62">
                  <c:v>45</c:v>
                </c:pt>
                <c:pt idx="63">
                  <c:v>43</c:v>
                </c:pt>
                <c:pt idx="64">
                  <c:v>42</c:v>
                </c:pt>
                <c:pt idx="65">
                  <c:v>43</c:v>
                </c:pt>
                <c:pt idx="66">
                  <c:v>48</c:v>
                </c:pt>
                <c:pt idx="67">
                  <c:v>54</c:v>
                </c:pt>
                <c:pt idx="68">
                  <c:v>45</c:v>
                </c:pt>
                <c:pt idx="69">
                  <c:v>39</c:v>
                </c:pt>
                <c:pt idx="70">
                  <c:v>47</c:v>
                </c:pt>
                <c:pt idx="71">
                  <c:v>59</c:v>
                </c:pt>
                <c:pt idx="72">
                  <c:v>44</c:v>
                </c:pt>
                <c:pt idx="73">
                  <c:v>51</c:v>
                </c:pt>
                <c:pt idx="74">
                  <c:v>44</c:v>
                </c:pt>
                <c:pt idx="75">
                  <c:v>49</c:v>
                </c:pt>
                <c:pt idx="76">
                  <c:v>45</c:v>
                </c:pt>
                <c:pt idx="77">
                  <c:v>49</c:v>
                </c:pt>
                <c:pt idx="78">
                  <c:v>41</c:v>
                </c:pt>
                <c:pt idx="79">
                  <c:v>48</c:v>
                </c:pt>
                <c:pt idx="80">
                  <c:v>48</c:v>
                </c:pt>
                <c:pt idx="81">
                  <c:v>44</c:v>
                </c:pt>
                <c:pt idx="82">
                  <c:v>46</c:v>
                </c:pt>
                <c:pt idx="83">
                  <c:v>50</c:v>
                </c:pt>
                <c:pt idx="84">
                  <c:v>48</c:v>
                </c:pt>
                <c:pt idx="85">
                  <c:v>43</c:v>
                </c:pt>
                <c:pt idx="86">
                  <c:v>56</c:v>
                </c:pt>
                <c:pt idx="87">
                  <c:v>44</c:v>
                </c:pt>
                <c:pt idx="88">
                  <c:v>55</c:v>
                </c:pt>
                <c:pt idx="89">
                  <c:v>42</c:v>
                </c:pt>
                <c:pt idx="90">
                  <c:v>44</c:v>
                </c:pt>
                <c:pt idx="91">
                  <c:v>45</c:v>
                </c:pt>
                <c:pt idx="92">
                  <c:v>53</c:v>
                </c:pt>
                <c:pt idx="93">
                  <c:v>42</c:v>
                </c:pt>
                <c:pt idx="94">
                  <c:v>50</c:v>
                </c:pt>
                <c:pt idx="95">
                  <c:v>54</c:v>
                </c:pt>
                <c:pt idx="96">
                  <c:v>40</c:v>
                </c:pt>
                <c:pt idx="97">
                  <c:v>45</c:v>
                </c:pt>
                <c:pt idx="98">
                  <c:v>46</c:v>
                </c:pt>
                <c:pt idx="99">
                  <c:v>52</c:v>
                </c:pt>
                <c:pt idx="100">
                  <c:v>54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3DF-4BC8-8513-90EE4C9D0F67}"/>
            </c:ext>
          </c:extLst>
        </c:ser>
        <c:ser>
          <c:idx val="1"/>
          <c:order val="1"/>
          <c:spPr>
            <a:ln w="12700" cap="rnd">
              <a:solidFill>
                <a:srgbClr val="156082">
                  <a:lumMod val="60000"/>
                  <a:lumOff val="40000"/>
                </a:srgbClr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rgbClr val="0E2841">
                    <a:lumMod val="75000"/>
                    <a:lumOff val="25000"/>
                  </a:srgbClr>
                </a:solidFill>
                <a:prstDash val="solid"/>
              </a:ln>
              <a:effectLst/>
            </c:spPr>
            <c:trendlineType val="movingAvg"/>
            <c:period val="5"/>
            <c:dispRSqr val="0"/>
            <c:dispEq val="0"/>
          </c:trendline>
          <c:yVal>
            <c:numRef>
              <c:f>episodes_700_cj!$E$601:$E$701</c:f>
              <c:numCache>
                <c:formatCode>General</c:formatCode>
                <c:ptCount val="101"/>
                <c:pt idx="0">
                  <c:v>31</c:v>
                </c:pt>
                <c:pt idx="1">
                  <c:v>31</c:v>
                </c:pt>
                <c:pt idx="2">
                  <c:v>27</c:v>
                </c:pt>
                <c:pt idx="3">
                  <c:v>26</c:v>
                </c:pt>
                <c:pt idx="4">
                  <c:v>26</c:v>
                </c:pt>
                <c:pt idx="5">
                  <c:v>29</c:v>
                </c:pt>
                <c:pt idx="6">
                  <c:v>33</c:v>
                </c:pt>
                <c:pt idx="7">
                  <c:v>29</c:v>
                </c:pt>
                <c:pt idx="8">
                  <c:v>30</c:v>
                </c:pt>
                <c:pt idx="9">
                  <c:v>32</c:v>
                </c:pt>
                <c:pt idx="10">
                  <c:v>31</c:v>
                </c:pt>
                <c:pt idx="11">
                  <c:v>35</c:v>
                </c:pt>
                <c:pt idx="12">
                  <c:v>29</c:v>
                </c:pt>
                <c:pt idx="13">
                  <c:v>32</c:v>
                </c:pt>
                <c:pt idx="14">
                  <c:v>30</c:v>
                </c:pt>
                <c:pt idx="15">
                  <c:v>35</c:v>
                </c:pt>
                <c:pt idx="16">
                  <c:v>30</c:v>
                </c:pt>
                <c:pt idx="17">
                  <c:v>29</c:v>
                </c:pt>
                <c:pt idx="18">
                  <c:v>31</c:v>
                </c:pt>
                <c:pt idx="19">
                  <c:v>30</c:v>
                </c:pt>
                <c:pt idx="20">
                  <c:v>28</c:v>
                </c:pt>
                <c:pt idx="21">
                  <c:v>30</c:v>
                </c:pt>
                <c:pt idx="22">
                  <c:v>30</c:v>
                </c:pt>
                <c:pt idx="23">
                  <c:v>30</c:v>
                </c:pt>
                <c:pt idx="24">
                  <c:v>30</c:v>
                </c:pt>
                <c:pt idx="25">
                  <c:v>30</c:v>
                </c:pt>
                <c:pt idx="26">
                  <c:v>28</c:v>
                </c:pt>
                <c:pt idx="27">
                  <c:v>29</c:v>
                </c:pt>
                <c:pt idx="28">
                  <c:v>29</c:v>
                </c:pt>
                <c:pt idx="29">
                  <c:v>34</c:v>
                </c:pt>
                <c:pt idx="30">
                  <c:v>29</c:v>
                </c:pt>
                <c:pt idx="31">
                  <c:v>33</c:v>
                </c:pt>
                <c:pt idx="32">
                  <c:v>34</c:v>
                </c:pt>
                <c:pt idx="33">
                  <c:v>33</c:v>
                </c:pt>
                <c:pt idx="34">
                  <c:v>32</c:v>
                </c:pt>
                <c:pt idx="35">
                  <c:v>32</c:v>
                </c:pt>
                <c:pt idx="36">
                  <c:v>32</c:v>
                </c:pt>
                <c:pt idx="37">
                  <c:v>35</c:v>
                </c:pt>
                <c:pt idx="38">
                  <c:v>30</c:v>
                </c:pt>
                <c:pt idx="39">
                  <c:v>32</c:v>
                </c:pt>
                <c:pt idx="40">
                  <c:v>31</c:v>
                </c:pt>
                <c:pt idx="41">
                  <c:v>33</c:v>
                </c:pt>
                <c:pt idx="42">
                  <c:v>35</c:v>
                </c:pt>
                <c:pt idx="43">
                  <c:v>29</c:v>
                </c:pt>
                <c:pt idx="44">
                  <c:v>32</c:v>
                </c:pt>
                <c:pt idx="45">
                  <c:v>33</c:v>
                </c:pt>
                <c:pt idx="46">
                  <c:v>31</c:v>
                </c:pt>
                <c:pt idx="47">
                  <c:v>32</c:v>
                </c:pt>
                <c:pt idx="48">
                  <c:v>32</c:v>
                </c:pt>
                <c:pt idx="49">
                  <c:v>32</c:v>
                </c:pt>
                <c:pt idx="50">
                  <c:v>31</c:v>
                </c:pt>
                <c:pt idx="51">
                  <c:v>31</c:v>
                </c:pt>
                <c:pt idx="52">
                  <c:v>32</c:v>
                </c:pt>
                <c:pt idx="53">
                  <c:v>33</c:v>
                </c:pt>
                <c:pt idx="54">
                  <c:v>28</c:v>
                </c:pt>
                <c:pt idx="55">
                  <c:v>29</c:v>
                </c:pt>
                <c:pt idx="56">
                  <c:v>29</c:v>
                </c:pt>
                <c:pt idx="57">
                  <c:v>30</c:v>
                </c:pt>
                <c:pt idx="58">
                  <c:v>29</c:v>
                </c:pt>
                <c:pt idx="59">
                  <c:v>31</c:v>
                </c:pt>
                <c:pt idx="60">
                  <c:v>34</c:v>
                </c:pt>
                <c:pt idx="61">
                  <c:v>30</c:v>
                </c:pt>
                <c:pt idx="62">
                  <c:v>31</c:v>
                </c:pt>
                <c:pt idx="63">
                  <c:v>31</c:v>
                </c:pt>
                <c:pt idx="64">
                  <c:v>28</c:v>
                </c:pt>
                <c:pt idx="65">
                  <c:v>30</c:v>
                </c:pt>
                <c:pt idx="66">
                  <c:v>31</c:v>
                </c:pt>
                <c:pt idx="67">
                  <c:v>31</c:v>
                </c:pt>
                <c:pt idx="68">
                  <c:v>32</c:v>
                </c:pt>
                <c:pt idx="69">
                  <c:v>29</c:v>
                </c:pt>
                <c:pt idx="70">
                  <c:v>29</c:v>
                </c:pt>
                <c:pt idx="71">
                  <c:v>30</c:v>
                </c:pt>
                <c:pt idx="72">
                  <c:v>33</c:v>
                </c:pt>
                <c:pt idx="73">
                  <c:v>30</c:v>
                </c:pt>
                <c:pt idx="74">
                  <c:v>30</c:v>
                </c:pt>
                <c:pt idx="75">
                  <c:v>31</c:v>
                </c:pt>
                <c:pt idx="76">
                  <c:v>33</c:v>
                </c:pt>
                <c:pt idx="77">
                  <c:v>32</c:v>
                </c:pt>
                <c:pt idx="78">
                  <c:v>30</c:v>
                </c:pt>
                <c:pt idx="79">
                  <c:v>31</c:v>
                </c:pt>
                <c:pt idx="80">
                  <c:v>34</c:v>
                </c:pt>
                <c:pt idx="81">
                  <c:v>33</c:v>
                </c:pt>
                <c:pt idx="82">
                  <c:v>33</c:v>
                </c:pt>
                <c:pt idx="83">
                  <c:v>32</c:v>
                </c:pt>
                <c:pt idx="84">
                  <c:v>31</c:v>
                </c:pt>
                <c:pt idx="85">
                  <c:v>31</c:v>
                </c:pt>
                <c:pt idx="86">
                  <c:v>30</c:v>
                </c:pt>
                <c:pt idx="87">
                  <c:v>31</c:v>
                </c:pt>
                <c:pt idx="88">
                  <c:v>32</c:v>
                </c:pt>
                <c:pt idx="89">
                  <c:v>30</c:v>
                </c:pt>
                <c:pt idx="90">
                  <c:v>33</c:v>
                </c:pt>
                <c:pt idx="91">
                  <c:v>29</c:v>
                </c:pt>
                <c:pt idx="92">
                  <c:v>32</c:v>
                </c:pt>
                <c:pt idx="93">
                  <c:v>32</c:v>
                </c:pt>
                <c:pt idx="94">
                  <c:v>27</c:v>
                </c:pt>
                <c:pt idx="95">
                  <c:v>31</c:v>
                </c:pt>
                <c:pt idx="96">
                  <c:v>31</c:v>
                </c:pt>
                <c:pt idx="97">
                  <c:v>28</c:v>
                </c:pt>
                <c:pt idx="98">
                  <c:v>34</c:v>
                </c:pt>
                <c:pt idx="99">
                  <c:v>34</c:v>
                </c:pt>
                <c:pt idx="100">
                  <c:v>32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13DF-4BC8-8513-90EE4C9D0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7917247"/>
        <c:axId val="1557917727"/>
      </c:scatterChart>
      <c:valAx>
        <c:axId val="1557917247"/>
        <c:scaling>
          <c:orientation val="minMax"/>
          <c:max val="100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57917727"/>
        <c:crosses val="autoZero"/>
        <c:crossBetween val="midCat"/>
        <c:majorUnit val="10"/>
      </c:valAx>
      <c:valAx>
        <c:axId val="1557917727"/>
        <c:scaling>
          <c:orientation val="minMax"/>
          <c:max val="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57917247"/>
        <c:crossesAt val="1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0.88192</cdr:x>
      <cdr:y>0.09027</cdr:y>
    </cdr:from>
    <cdr:to>
      <cdr:x>0.97803</cdr:x>
      <cdr:y>0.19191</cdr:y>
    </cdr:to>
    <cdr:sp macro="" textlink="">
      <cdr:nvSpPr>
        <cdr:cNvPr id="2" name="TextBox 7">
          <a:extLst xmlns:a="http://schemas.openxmlformats.org/drawingml/2006/main">
            <a:ext uri="{FF2B5EF4-FFF2-40B4-BE49-F238E27FC236}">
              <a16:creationId xmlns:a16="http://schemas.microsoft.com/office/drawing/2014/main" id="{5A424DED-C09B-840F-CE28-2E2902F48364}"/>
            </a:ext>
          </a:extLst>
        </cdr:cNvPr>
        <cdr:cNvSpPr txBox="1"/>
      </cdr:nvSpPr>
      <cdr:spPr>
        <a:xfrm xmlns:a="http://schemas.openxmlformats.org/drawingml/2006/main">
          <a:off x="9273942" y="464687"/>
          <a:ext cx="1010652" cy="523220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>
          <a:solidFill>
            <a:schemeClr val="tx1"/>
          </a:solidFill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ko-KR"/>
          </a:defPPr>
          <a:lvl1pPr marL="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1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ko-KR" altLang="en-US" sz="1400" dirty="0" err="1"/>
            <a:t>ㅡ</a:t>
          </a:r>
          <a:r>
            <a:rPr lang="ko-KR" altLang="en-US" sz="1400" dirty="0"/>
            <a:t> </a:t>
          </a:r>
          <a:r>
            <a:rPr lang="en-US" altLang="ko-KR" sz="1400" dirty="0"/>
            <a:t>Accept</a:t>
          </a:r>
        </a:p>
        <a:p xmlns:a="http://schemas.openxmlformats.org/drawingml/2006/main">
          <a:r>
            <a:rPr lang="ko-KR" altLang="en-US" sz="1400" dirty="0" err="1">
              <a:solidFill>
                <a:schemeClr val="tx2">
                  <a:lumMod val="75000"/>
                  <a:lumOff val="25000"/>
                </a:schemeClr>
              </a:solidFill>
            </a:rPr>
            <a:t>ㅡ</a:t>
          </a:r>
          <a:r>
            <a:rPr lang="ko-KR" altLang="en-US" sz="1400" dirty="0"/>
            <a:t> </a:t>
          </a:r>
          <a:r>
            <a:rPr lang="en-US" altLang="ko-KR" sz="1400" dirty="0"/>
            <a:t>Serve</a:t>
          </a:r>
          <a:endParaRPr lang="ko-KR" altLang="en-US" sz="14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82AF1F-9395-C14B-AF4E-AA407D0F87B5}" type="datetimeFigureOut">
              <a:rPr kumimoji="1" lang="ko-KR" altLang="en-US" smtClean="0"/>
              <a:t>2026-03-12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3737F8-4CEB-7A48-8A81-FA77AB57828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683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737F8-4CEB-7A48-8A81-FA77AB578282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8737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737F8-4CEB-7A48-8A81-FA77AB578282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68913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777EE4-E031-D83E-4CE2-2EE783D13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29360"/>
            <a:ext cx="9144000" cy="105669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1369E1-F05D-9F23-669D-A2CB304C5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8938"/>
            <a:ext cx="9144000" cy="13102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D29B99-D440-C0B7-DDAB-EB6A0802E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91E5A-4DA5-F947-A2B6-9B8B1E428995}" type="datetimeFigureOut">
              <a:rPr kumimoji="1" lang="ko-KR" altLang="en-US" smtClean="0"/>
              <a:t>2026-03-12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D3BA60-0EAF-8F02-3815-A69F9B02F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B251D4-3D27-8BF3-8FA6-0808CEC2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CF674-9500-E943-9A7A-53F68BEF14B0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CB088B0-EE67-BC2F-A09B-FC28DA050E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9552" y="256184"/>
            <a:ext cx="1935536" cy="546761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A62EC928-0367-721A-24AF-6435B9AA6F80}"/>
              </a:ext>
            </a:extLst>
          </p:cNvPr>
          <p:cNvCxnSpPr/>
          <p:nvPr userDrawn="1"/>
        </p:nvCxnSpPr>
        <p:spPr>
          <a:xfrm>
            <a:off x="999893" y="1260088"/>
            <a:ext cx="10192214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ED868904-84C6-4C71-4796-E9F5B620B366}"/>
              </a:ext>
            </a:extLst>
          </p:cNvPr>
          <p:cNvCxnSpPr/>
          <p:nvPr userDrawn="1"/>
        </p:nvCxnSpPr>
        <p:spPr>
          <a:xfrm>
            <a:off x="999893" y="4055327"/>
            <a:ext cx="10192214" cy="0"/>
          </a:xfrm>
          <a:prstGeom prst="line">
            <a:avLst/>
          </a:prstGeom>
          <a:ln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085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D2AF7-48B7-4AEA-EEEF-ADF1470AB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690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87D93A-9A8C-DB80-47DA-75D5FB28B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004"/>
            <a:ext cx="10515600" cy="5147869"/>
          </a:xfrm>
          <a:prstGeom prst="rect">
            <a:avLst/>
          </a:prstGeom>
        </p:spPr>
        <p:txBody>
          <a:bodyPr/>
          <a:lstStyle>
            <a:lvl1pPr>
              <a:buFont typeface="Wingdings" panose="05000000000000000000" pitchFamily="2" charset="2"/>
              <a:buChar char="§"/>
              <a:defRPr sz="2000"/>
            </a:lvl1pPr>
            <a:lvl2pPr>
              <a:buFont typeface="Wingdings" panose="05000000000000000000" pitchFamily="2" charset="2"/>
              <a:buChar char="§"/>
              <a:defRPr sz="1800"/>
            </a:lvl2pPr>
            <a:lvl3pPr>
              <a:buFont typeface="Wingdings" panose="05000000000000000000" pitchFamily="2" charset="2"/>
              <a:buChar char="§"/>
              <a:defRPr/>
            </a:lvl3pPr>
            <a:lvl4pPr>
              <a:buFont typeface="Wingdings" panose="05000000000000000000" pitchFamily="2" charset="2"/>
              <a:buChar char="§"/>
              <a:defRPr/>
            </a:lvl4pPr>
            <a:lvl5pP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EC5CE6-BF7C-E316-278E-00E1209F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91E5A-4DA5-F947-A2B6-9B8B1E428995}" type="datetimeFigureOut">
              <a:rPr kumimoji="1" lang="ko-KR" altLang="en-US" smtClean="0"/>
              <a:t>2026-03-12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6F203A-1430-983E-EB06-AECF41D02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5CD95D-C7C3-0C0D-5B86-490295270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CF674-9500-E943-9A7A-53F68BEF14B0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768DCB5A-B2F2-8C1C-0570-27ABCE396DC3}"/>
              </a:ext>
            </a:extLst>
          </p:cNvPr>
          <p:cNvCxnSpPr/>
          <p:nvPr userDrawn="1"/>
        </p:nvCxnSpPr>
        <p:spPr>
          <a:xfrm>
            <a:off x="838200" y="1171316"/>
            <a:ext cx="1051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599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F66F02-0804-07C5-2093-A3473523B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BDF397-CF01-142E-A17F-246EFEF6E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E81EB6-793E-1AE9-2CFE-0ACDF961F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91E5A-4DA5-F947-A2B6-9B8B1E428995}" type="datetimeFigureOut">
              <a:rPr kumimoji="1" lang="ko-KR" altLang="en-US" smtClean="0"/>
              <a:t>2026-03-12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7C2C71-6FCB-5C5C-3743-F8EB2CBFC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BDFBDC-91C1-EDEC-E20E-D47862708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CF674-9500-E943-9A7A-53F68BEF14B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7170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1BEC15-A641-DC75-2304-B9E3C06AF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6904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A5E84F-1DBB-E609-89E3-4EA06A837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75D97C-593E-1476-7B9D-1CAB9550B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CA6160-F20C-4F3A-75EF-250B01544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91E5A-4DA5-F947-A2B6-9B8B1E428995}" type="datetimeFigureOut">
              <a:rPr kumimoji="1" lang="ko-KR" altLang="en-US" smtClean="0"/>
              <a:t>2026-03-12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40E937-93D8-A5ED-4F72-F60753AE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2EFB35-6570-F745-CB32-ED4B7690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CF674-9500-E943-9A7A-53F68BEF14B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0094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A059C4-52B1-7DA4-44B8-9DBD1BAD9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76B4E3-BA44-4EF9-628E-CC01CA053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8699A6-6083-DC9E-E094-E488332D2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76A0B8-F833-CF64-ED58-74BA88F9A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C9A7D92-6E01-0C91-C5D6-DF1072CE4B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14A094-C65B-ADBF-28B8-B804E7357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91E5A-4DA5-F947-A2B6-9B8B1E428995}" type="datetimeFigureOut">
              <a:rPr kumimoji="1" lang="ko-KR" altLang="en-US" smtClean="0"/>
              <a:t>2026-03-12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D4C2768-7BFE-7EBD-0169-ECA062852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029081-3526-9040-AADC-DEEAB71E4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CF674-9500-E943-9A7A-53F68BEF14B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98040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4BBFDB-BF66-FBB7-BB50-BCBE46B7F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6904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09CA9C-9771-19B3-2B34-04C29AA5A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91E5A-4DA5-F947-A2B6-9B8B1E428995}" type="datetimeFigureOut">
              <a:rPr kumimoji="1" lang="ko-KR" altLang="en-US" smtClean="0"/>
              <a:t>2026-03-12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6B0A918-8EFD-459F-4E16-2EFAE13C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428BA0-A487-FD81-021C-3B7740F22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CF674-9500-E943-9A7A-53F68BEF14B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2577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575ABCE-1F52-B21F-13AD-08A5D32CF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91E5A-4DA5-F947-A2B6-9B8B1E428995}" type="datetimeFigureOut">
              <a:rPr kumimoji="1" lang="ko-KR" altLang="en-US" smtClean="0"/>
              <a:t>2026-03-12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24CBD2-29FD-F29F-36B5-A61ACA13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6DAA4-8A78-369A-4831-2ACFF8906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CF674-9500-E943-9A7A-53F68BEF14B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41900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A361AB-6D22-A994-19DF-87273927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8A9963-56A8-C092-DE48-09F734DD3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F3EB41-CBAF-F36A-1F4B-37C57C46D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FC79E3-54A7-4E29-7765-F11A21F93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91E5A-4DA5-F947-A2B6-9B8B1E428995}" type="datetimeFigureOut">
              <a:rPr kumimoji="1" lang="ko-KR" altLang="en-US" smtClean="0"/>
              <a:t>2026-03-12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EABF44-F2F1-2069-1DA3-C9783B8BA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DDDF12-7BC4-F278-D453-B15D5B92A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CF674-9500-E943-9A7A-53F68BEF14B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11710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8D0FC0-1485-EBA4-921E-7FD113478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03F175-9E6C-F92A-ED7B-512D487F9D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57A6D5-9258-770C-A406-4A525C9B7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F0BDB7-102D-918A-B778-17143621E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91E5A-4DA5-F947-A2B6-9B8B1E428995}" type="datetimeFigureOut">
              <a:rPr kumimoji="1" lang="ko-KR" altLang="en-US" smtClean="0"/>
              <a:t>2026-03-12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3F0E49-D485-1F68-D7D3-555E430D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135A20-C20C-6CED-8437-45537CB77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CF674-9500-E943-9A7A-53F68BEF14B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82316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A8CF8-C3E2-1AD4-049D-B1EC7B53B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6904"/>
          </a:xfrm>
          <a:prstGeom prst="rect">
            <a:avLst/>
          </a:prstGeo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34B74A-F970-22DC-D132-901BEB046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45005"/>
            <a:ext cx="10515600" cy="483195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F9963A-7794-849E-1C54-8477E1384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91E5A-4DA5-F947-A2B6-9B8B1E428995}" type="datetimeFigureOut">
              <a:rPr kumimoji="1" lang="ko-KR" altLang="en-US" smtClean="0"/>
              <a:t>2026-03-12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F17371-E18A-9413-34E9-2847AE877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B41FD9-DA0B-8666-D341-538D816CC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CF674-9500-E943-9A7A-53F68BEF14B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46729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605B787-F584-2B37-00DE-147D824890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21996E-A589-079F-552E-808270A1DA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D2ECFC-3DF2-65FE-A99F-381AFA673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91E5A-4DA5-F947-A2B6-9B8B1E428995}" type="datetimeFigureOut">
              <a:rPr kumimoji="1" lang="ko-KR" altLang="en-US" smtClean="0"/>
              <a:t>2026-03-12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485C9C-D1CD-AAD6-571D-887A49CBB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C4F28E-BDF5-2026-D2D0-BFC86AEC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CF674-9500-E943-9A7A-53F68BEF14B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43544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9167C4A-A70B-654F-7E18-1A2622983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6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AF0F10-3B05-3E86-0BF2-8541979EF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15845"/>
            <a:ext cx="10515600" cy="4861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3DC60F-08C4-6B45-0464-0B40CCD10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91E5A-4DA5-F947-A2B6-9B8B1E428995}" type="datetimeFigureOut">
              <a:rPr kumimoji="1" lang="ko-KR" altLang="en-US" smtClean="0"/>
              <a:t>2026-03-12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38081D-3F1F-7AEA-7DB3-9DAE72933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F15E8-3FB4-2207-CB9E-5800E51171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CF674-9500-E943-9A7A-53F68BEF14B0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D83226-30D1-9AD5-EF0B-0AEB4EDB18B2}"/>
              </a:ext>
            </a:extLst>
          </p:cNvPr>
          <p:cNvSpPr/>
          <p:nvPr userDrawn="1"/>
        </p:nvSpPr>
        <p:spPr>
          <a:xfrm>
            <a:off x="0" y="6582085"/>
            <a:ext cx="12192000" cy="278779"/>
          </a:xfrm>
          <a:prstGeom prst="rect">
            <a:avLst/>
          </a:prstGeom>
          <a:solidFill>
            <a:srgbClr val="DEEC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26711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hlk0713@naver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C9FF4-8ABA-0AC1-4120-8D1A7476F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29360"/>
            <a:ext cx="9144000" cy="1056695"/>
          </a:xfrm>
        </p:spPr>
        <p:txBody>
          <a:bodyPr>
            <a:normAutofit/>
          </a:bodyPr>
          <a:lstStyle/>
          <a:p>
            <a:r>
              <a:rPr kumimoji="1" lang="en-US" altLang="ko-KR" sz="5400" dirty="0"/>
              <a:t>Progress Report</a:t>
            </a:r>
            <a:endParaRPr kumimoji="1" lang="ko-KR" altLang="en-US" sz="5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690117-81AD-85D7-777C-9A48BDFDBD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 sz="2000" dirty="0"/>
              <a:t>CHANJIN KIM (</a:t>
            </a:r>
            <a:r>
              <a:rPr kumimoji="1" lang="ko-KR" altLang="en-US" sz="2000" dirty="0"/>
              <a:t>김찬진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</a:t>
            </a:r>
            <a:r>
              <a:rPr kumimoji="1" lang="en-US" altLang="ko-KR" sz="2000" dirty="0">
                <a:hlinkClick r:id="rId3"/>
              </a:rPr>
              <a:t>khlk0713@naver.com</a:t>
            </a:r>
            <a:r>
              <a:rPr kumimoji="1" lang="en-US" altLang="ko-KR" sz="2000" dirty="0"/>
              <a:t>)</a:t>
            </a:r>
          </a:p>
          <a:p>
            <a:r>
              <a:rPr kumimoji="1" lang="ko-KR" altLang="en-US" sz="2000" dirty="0"/>
              <a:t>광운대학교 컴퓨터정보공학부 인간</a:t>
            </a:r>
            <a:r>
              <a:rPr kumimoji="1" lang="en-US" altLang="ko-KR" sz="2000" dirty="0"/>
              <a:t>-</a:t>
            </a:r>
            <a:r>
              <a:rPr kumimoji="1" lang="ko-KR" altLang="en-US" sz="2000" dirty="0"/>
              <a:t>데이터 상호작용 연구실</a:t>
            </a:r>
            <a:endParaRPr kumimoji="1" lang="en-US" altLang="ko-KR" sz="2000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0872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471D1-586A-940B-CC4B-2AD15CA2A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Setting train DDQN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59B2D33-37FF-23D6-1510-713E686A03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epsilon </a:t>
                </a:r>
                <a:r>
                  <a:rPr lang="ko-KR" altLang="en-US" dirty="0"/>
                  <a:t>초기값 </a:t>
                </a:r>
                <a:r>
                  <a:rPr lang="en-US" altLang="ko-KR" dirty="0"/>
                  <a:t>= 1.0</a:t>
                </a:r>
              </a:p>
              <a:p>
                <a:r>
                  <a:rPr lang="en-US" altLang="ko-KR" dirty="0"/>
                  <a:t>epsilon </a:t>
                </a:r>
                <a:r>
                  <a:rPr lang="ko-KR" altLang="en-US" dirty="0" err="1"/>
                  <a:t>최저값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= 0.05</a:t>
                </a:r>
              </a:p>
              <a:p>
                <a:r>
                  <a:rPr lang="en-US" altLang="ko-KR" dirty="0"/>
                  <a:t>epsilon </a:t>
                </a:r>
                <a:r>
                  <a:rPr lang="ko-KR" altLang="en-US" dirty="0"/>
                  <a:t>감소율 </a:t>
                </a:r>
                <a:r>
                  <a:rPr lang="en-US" altLang="ko-KR" dirty="0"/>
                  <a:t>= 0.995</a:t>
                </a:r>
              </a:p>
              <a:p>
                <a:r>
                  <a:rPr lang="en-US" altLang="ko-KR" dirty="0"/>
                  <a:t>epsilon </a:t>
                </a:r>
                <a:r>
                  <a:rPr lang="ko-KR" altLang="en-US" dirty="0" err="1"/>
                  <a:t>최저값에</a:t>
                </a:r>
                <a:r>
                  <a:rPr lang="ko-KR" altLang="en-US" dirty="0"/>
                  <a:t> 도달하는 </a:t>
                </a:r>
                <a:r>
                  <a:rPr lang="en-US" altLang="ko-KR" dirty="0"/>
                  <a:t>episode </a:t>
                </a:r>
                <a:r>
                  <a:rPr lang="ko-KR" altLang="en-US" dirty="0"/>
                  <a:t>수를 구하면</a:t>
                </a:r>
                <a:endParaRPr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0.995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=0.05     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0.995</m:t>
                              </m:r>
                            </m:e>
                          </m:func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-2.9957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-0.005013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≈598</m:t>
                      </m:r>
                    </m:oMath>
                  </m:oMathPara>
                </a14:m>
                <a:endParaRPr lang="en-US" altLang="ko-KR" dirty="0"/>
              </a:p>
              <a:p>
                <a:r>
                  <a:rPr lang="en-US" altLang="ko-KR" dirty="0"/>
                  <a:t>599 episode</a:t>
                </a:r>
                <a:r>
                  <a:rPr lang="ko-KR" altLang="en-US" dirty="0"/>
                  <a:t>에서 </a:t>
                </a:r>
                <a:r>
                  <a:rPr lang="ko-KR" altLang="en-US" dirty="0" err="1"/>
                  <a:t>최저값에</a:t>
                </a:r>
                <a:r>
                  <a:rPr lang="ko-KR" altLang="en-US" dirty="0"/>
                  <a:t> 도달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최저 </a:t>
                </a:r>
                <a:r>
                  <a:rPr lang="en-US" altLang="ko-KR" dirty="0"/>
                  <a:t>epsilon </a:t>
                </a:r>
                <a:r>
                  <a:rPr lang="ko-KR" altLang="en-US" dirty="0"/>
                  <a:t>값까지 도달 후 해당 값을 고정한 상태에서 학습을 지속하는 것이 </a:t>
                </a:r>
                <a:r>
                  <a:rPr lang="en-US" altLang="ko-KR" dirty="0"/>
                  <a:t>DQN </a:t>
                </a:r>
                <a:r>
                  <a:rPr lang="ko-KR" altLang="en-US" dirty="0"/>
                  <a:t>계열 연구에서 일반적으로 사용되는 설정이다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성능 평가는 정책의 초기조건 민감성과 분산을 줄이기 위해 다수 에피소드 평균으로 수행하는 것이 통상적이며 본 학습에서 </a:t>
                </a:r>
                <a:r>
                  <a:rPr lang="en-US" altLang="ko-KR" dirty="0"/>
                  <a:t>ε=0.05 </a:t>
                </a:r>
                <a:r>
                  <a:rPr lang="ko-KR" altLang="en-US" dirty="0"/>
                  <a:t>고정 이후 </a:t>
                </a:r>
                <a:r>
                  <a:rPr lang="en-US" altLang="ko-KR" dirty="0"/>
                  <a:t>100 episode</a:t>
                </a:r>
                <a:r>
                  <a:rPr lang="ko-KR" altLang="en-US" dirty="0"/>
                  <a:t>를 추가 수행하여 </a:t>
                </a:r>
                <a:r>
                  <a:rPr lang="en-US" altLang="ko-KR" dirty="0"/>
                  <a:t>near-greedy </a:t>
                </a:r>
                <a:r>
                  <a:rPr lang="ko-KR" altLang="en-US" dirty="0"/>
                  <a:t>정책 하에서의 학습 안정화 및 평균 성능의 신뢰도를 확보</a:t>
                </a:r>
              </a:p>
              <a:p>
                <a:pPr marL="0" indent="0">
                  <a:buNone/>
                </a:pPr>
                <a:r>
                  <a:rPr lang="en-US" altLang="ko-KR" sz="1400" dirty="0" err="1"/>
                  <a:t>Mnih</a:t>
                </a:r>
                <a:r>
                  <a:rPr lang="en-US" altLang="ko-KR" sz="1400" dirty="0"/>
                  <a:t>, Volodymyr, et al. "Human-level control through deep reinforcement learning." nature 518.7540 (2015): 529-533.</a:t>
                </a:r>
                <a:endParaRPr lang="ko-KR" altLang="en-US" sz="14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59B2D33-37FF-23D6-1510-713E686A0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2563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22518B-715B-D641-A20D-44866118E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Train result existing DDQN</a:t>
            </a:r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0360999A-0A01-A27A-DD13-BFDDFA9E37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391243"/>
              </p:ext>
            </p:extLst>
          </p:nvPr>
        </p:nvGraphicFramePr>
        <p:xfrm>
          <a:off x="902770" y="2047774"/>
          <a:ext cx="5193230" cy="30921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65703620-412B-9A81-9B26-621F0D2D08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7470865"/>
              </p:ext>
            </p:extLst>
          </p:nvPr>
        </p:nvGraphicFramePr>
        <p:xfrm>
          <a:off x="6160570" y="2047774"/>
          <a:ext cx="5193230" cy="30921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33478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C402D-27B5-7322-6BFB-B8812E80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DECF06-DB79-4C6D-3690-0EA7B3DD1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6904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Train result existing DDQN</a:t>
            </a:r>
            <a:endParaRPr lang="ko-KR" altLang="en-US" dirty="0"/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CEA433DC-7C72-6741-F056-99EC1C4618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7015404"/>
              </p:ext>
            </p:extLst>
          </p:nvPr>
        </p:nvGraphicFramePr>
        <p:xfrm>
          <a:off x="834189" y="1345005"/>
          <a:ext cx="10515600" cy="51478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A424DED-C09B-840F-CE28-2E2902F48364}"/>
              </a:ext>
            </a:extLst>
          </p:cNvPr>
          <p:cNvSpPr txBox="1"/>
          <p:nvPr/>
        </p:nvSpPr>
        <p:spPr>
          <a:xfrm>
            <a:off x="10116152" y="1809550"/>
            <a:ext cx="1010652" cy="5232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ㅡ</a:t>
            </a:r>
            <a:r>
              <a:rPr lang="ko-KR" altLang="en-US" sz="1400" dirty="0"/>
              <a:t> </a:t>
            </a:r>
            <a:r>
              <a:rPr lang="en-US" altLang="ko-KR" sz="1400" dirty="0"/>
              <a:t>Accept</a:t>
            </a:r>
          </a:p>
          <a:p>
            <a:r>
              <a:rPr lang="ko-KR" altLang="en-US" sz="14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ㅡ</a:t>
            </a:r>
            <a:r>
              <a:rPr lang="ko-KR" altLang="en-US" sz="1400" dirty="0"/>
              <a:t> </a:t>
            </a:r>
            <a:r>
              <a:rPr lang="en-US" altLang="ko-KR" sz="1400" dirty="0"/>
              <a:t>Serve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490048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8F105B-CED0-0EE0-443E-2458DB4D6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6904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Train result </a:t>
            </a:r>
            <a:r>
              <a:rPr lang="en-US" altLang="ko-KR" dirty="0" err="1"/>
              <a:t>Chanjin</a:t>
            </a:r>
            <a:r>
              <a:rPr lang="en-US" altLang="ko-KR" dirty="0"/>
              <a:t> DDQN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16A694C6-20AA-FD22-7268-8BA14BA303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880607"/>
              </p:ext>
            </p:extLst>
          </p:nvPr>
        </p:nvGraphicFramePr>
        <p:xfrm>
          <a:off x="838200" y="1345004"/>
          <a:ext cx="10515600" cy="51478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91766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CF1E1F-0F37-0411-DF1C-C40961F1E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Dr. Park Hyun-soo's materials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CD1703-88A1-FD2D-9F66-74CF3A9EA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45004"/>
            <a:ext cx="7218145" cy="252594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C6D1098-166F-E789-50D4-9D3FC2406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08" y="4033920"/>
            <a:ext cx="7232337" cy="22580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1CDE10-3B92-8AAA-3BED-CEBE5CF56B9D}"/>
              </a:ext>
            </a:extLst>
          </p:cNvPr>
          <p:cNvSpPr txBox="1"/>
          <p:nvPr/>
        </p:nvSpPr>
        <p:spPr>
          <a:xfrm>
            <a:off x="8152598" y="1838426"/>
            <a:ext cx="3705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S1~S4</a:t>
            </a:r>
            <a:r>
              <a:rPr lang="ko-KR" altLang="en-US" dirty="0"/>
              <a:t>는 고수요 발생 지역의 차이</a:t>
            </a:r>
          </a:p>
        </p:txBody>
      </p:sp>
    </p:spTree>
    <p:extLst>
      <p:ext uri="{BB962C8B-B14F-4D97-AF65-F5344CB8AC3E}">
        <p14:creationId xmlns:p14="http://schemas.microsoft.com/office/powerpoint/2010/main" val="82683402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8973</TotalTime>
  <Words>197</Words>
  <Application>Microsoft Office PowerPoint</Application>
  <PresentationFormat>와이드스크린</PresentationFormat>
  <Paragraphs>28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Cambria Math</vt:lpstr>
      <vt:lpstr>Wingdings</vt:lpstr>
      <vt:lpstr>1_Office 테마</vt:lpstr>
      <vt:lpstr>Progress Report</vt:lpstr>
      <vt:lpstr>Setting train DDQN</vt:lpstr>
      <vt:lpstr>Train result existing DDQN</vt:lpstr>
      <vt:lpstr>Train result existing DDQN</vt:lpstr>
      <vt:lpstr>Train result Chanjin DDQN</vt:lpstr>
      <vt:lpstr>Dr. Park Hyun-soo's materials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김찬진</dc:creator>
  <cp:lastModifiedBy>김찬진</cp:lastModifiedBy>
  <cp:revision>46</cp:revision>
  <dcterms:created xsi:type="dcterms:W3CDTF">2025-01-15T11:51:46Z</dcterms:created>
  <dcterms:modified xsi:type="dcterms:W3CDTF">2026-03-15T11:06:00Z</dcterms:modified>
</cp:coreProperties>
</file>